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3" r:id="rId10"/>
    <p:sldId id="266" r:id="rId11"/>
    <p:sldId id="267" r:id="rId12"/>
    <p:sldId id="269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E0ACA-E965-4D4A-B455-2D063A94C1AB}" v="5" dt="2026-05-08T14:07:59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ESTRO HOGAR" userId="2d0b7828e6ba7446" providerId="LiveId" clId="{0AE19CFF-2657-495A-8665-8ED3A8805070}"/>
    <pc:docChg chg="undo custSel addSld delSld modSld sldOrd">
      <pc:chgData name="NUESTRO HOGAR" userId="2d0b7828e6ba7446" providerId="LiveId" clId="{0AE19CFF-2657-495A-8665-8ED3A8805070}" dt="2026-05-08T16:38:11.141" v="792" actId="20577"/>
      <pc:docMkLst>
        <pc:docMk/>
      </pc:docMkLst>
      <pc:sldChg chg="addSp delSp modSp mod">
        <pc:chgData name="NUESTRO HOGAR" userId="2d0b7828e6ba7446" providerId="LiveId" clId="{0AE19CFF-2657-495A-8665-8ED3A8805070}" dt="2026-05-08T16:38:11.141" v="792" actId="20577"/>
        <pc:sldMkLst>
          <pc:docMk/>
          <pc:sldMk cId="0" sldId="257"/>
        </pc:sldMkLst>
        <pc:spChg chg="add del">
          <ac:chgData name="NUESTRO HOGAR" userId="2d0b7828e6ba7446" providerId="LiveId" clId="{0AE19CFF-2657-495A-8665-8ED3A8805070}" dt="2026-05-08T13:26:36.709" v="523" actId="478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36.148" v="520" actId="478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36.646" v="521" actId="478"/>
          <ac:spMkLst>
            <pc:docMk/>
            <pc:sldMk cId="0" sldId="257"/>
            <ac:spMk id="10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08T16:38:11.141" v="792" actId="20577"/>
          <ac:spMkLst>
            <pc:docMk/>
            <pc:sldMk cId="0" sldId="257"/>
            <ac:spMk id="11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6:36:56.259" v="781" actId="478"/>
          <ac:spMkLst>
            <pc:docMk/>
            <pc:sldMk cId="0" sldId="257"/>
            <ac:spMk id="12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6:36:58.939" v="782" actId="478"/>
          <ac:spMkLst>
            <pc:docMk/>
            <pc:sldMk cId="0" sldId="257"/>
            <ac:spMk id="13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08T16:37:01.553" v="783" actId="478"/>
          <ac:spMkLst>
            <pc:docMk/>
            <pc:sldMk cId="0" sldId="257"/>
            <ac:spMk id="14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6:37:04.513" v="784" actId="478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48.606" v="537" actId="478"/>
          <ac:spMkLst>
            <pc:docMk/>
            <pc:sldMk cId="0" sldId="257"/>
            <ac:spMk id="16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53.559" v="539" actId="478"/>
          <ac:spMkLst>
            <pc:docMk/>
            <pc:sldMk cId="0" sldId="257"/>
            <ac:spMk id="17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51.370" v="538" actId="478"/>
          <ac:spMkLst>
            <pc:docMk/>
            <pc:sldMk cId="0" sldId="257"/>
            <ac:spMk id="18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56.555" v="540" actId="478"/>
          <ac:spMkLst>
            <pc:docMk/>
            <pc:sldMk cId="0" sldId="257"/>
            <ac:spMk id="19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36.826" v="527" actId="478"/>
          <ac:spMkLst>
            <pc:docMk/>
            <pc:sldMk cId="0" sldId="257"/>
            <ac:spMk id="20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36.748" v="524" actId="478"/>
          <ac:spMkLst>
            <pc:docMk/>
            <pc:sldMk cId="0" sldId="257"/>
            <ac:spMk id="21" creationId="{00000000-0000-0000-0000-000000000000}"/>
          </ac:spMkLst>
        </pc:spChg>
        <pc:spChg chg="add del mod">
          <ac:chgData name="NUESTRO HOGAR" userId="2d0b7828e6ba7446" providerId="LiveId" clId="{0AE19CFF-2657-495A-8665-8ED3A8805070}" dt="2026-05-08T13:27:20.997" v="586" actId="20577"/>
          <ac:spMkLst>
            <pc:docMk/>
            <pc:sldMk cId="0" sldId="257"/>
            <ac:spMk id="22" creationId="{00000000-0000-0000-0000-000000000000}"/>
          </ac:spMkLst>
        </pc:spChg>
        <pc:spChg chg="add del">
          <ac:chgData name="NUESTRO HOGAR" userId="2d0b7828e6ba7446" providerId="LiveId" clId="{0AE19CFF-2657-495A-8665-8ED3A8805070}" dt="2026-05-08T13:26:36.795" v="526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0:48:21.097" v="126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0:48:25.962" v="128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0:48:23.901" v="127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0:48:28.741" v="129" actId="478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NUESTRO HOGAR" userId="2d0b7828e6ba7446" providerId="LiveId" clId="{0AE19CFF-2657-495A-8665-8ED3A8805070}" dt="2026-05-07T00:17:17.291" v="95" actId="1076"/>
        <pc:sldMkLst>
          <pc:docMk/>
          <pc:sldMk cId="0" sldId="258"/>
        </pc:sldMkLst>
        <pc:picChg chg="mod">
          <ac:chgData name="NUESTRO HOGAR" userId="2d0b7828e6ba7446" providerId="LiveId" clId="{0AE19CFF-2657-495A-8665-8ED3A8805070}" dt="2026-05-07T00:17:17.291" v="95" actId="1076"/>
          <ac:picMkLst>
            <pc:docMk/>
            <pc:sldMk cId="0" sldId="258"/>
            <ac:picMk id="9" creationId="{7047FD32-653B-7881-EF83-F5EE7FDB3CAA}"/>
          </ac:picMkLst>
        </pc:picChg>
      </pc:sldChg>
      <pc:sldChg chg="addSp delSp modSp mod ord">
        <pc:chgData name="NUESTRO HOGAR" userId="2d0b7828e6ba7446" providerId="LiveId" clId="{0AE19CFF-2657-495A-8665-8ED3A8805070}" dt="2026-05-08T15:15:34.252" v="607" actId="478"/>
        <pc:sldMkLst>
          <pc:docMk/>
          <pc:sldMk cId="0" sldId="259"/>
        </pc:sldMkLst>
        <pc:spChg chg="mod">
          <ac:chgData name="NUESTRO HOGAR" userId="2d0b7828e6ba7446" providerId="LiveId" clId="{0AE19CFF-2657-495A-8665-8ED3A8805070}" dt="2026-05-07T00:47:57.904" v="125" actId="20577"/>
          <ac:spMkLst>
            <pc:docMk/>
            <pc:sldMk cId="0" sldId="259"/>
            <ac:spMk id="3" creationId="{00000000-0000-0000-0000-000000000000}"/>
          </ac:spMkLst>
        </pc:spChg>
        <pc:picChg chg="del">
          <ac:chgData name="NUESTRO HOGAR" userId="2d0b7828e6ba7446" providerId="LiveId" clId="{0AE19CFF-2657-495A-8665-8ED3A8805070}" dt="2026-05-07T00:47:40.272" v="121" actId="478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16:11:29.448" v="500" actId="1076"/>
          <ac:picMkLst>
            <pc:docMk/>
            <pc:sldMk cId="0" sldId="259"/>
            <ac:picMk id="7" creationId="{187221B7-6BF4-5F11-8563-ECD420891C17}"/>
          </ac:picMkLst>
        </pc:picChg>
        <pc:cxnChg chg="add mod">
          <ac:chgData name="NUESTRO HOGAR" userId="2d0b7828e6ba7446" providerId="LiveId" clId="{0AE19CFF-2657-495A-8665-8ED3A8805070}" dt="2026-05-08T14:08:09.125" v="604" actId="1076"/>
          <ac:cxnSpMkLst>
            <pc:docMk/>
            <pc:sldMk cId="0" sldId="259"/>
            <ac:cxnSpMk id="6" creationId="{0C9490E8-E1B6-4618-1441-26F3F9AFF449}"/>
          </ac:cxnSpMkLst>
        </pc:cxnChg>
        <pc:cxnChg chg="add del mod">
          <ac:chgData name="NUESTRO HOGAR" userId="2d0b7828e6ba7446" providerId="LiveId" clId="{0AE19CFF-2657-495A-8665-8ED3A8805070}" dt="2026-05-08T15:15:32.135" v="605" actId="478"/>
          <ac:cxnSpMkLst>
            <pc:docMk/>
            <pc:sldMk cId="0" sldId="259"/>
            <ac:cxnSpMk id="8" creationId="{18F8589B-8053-1546-BACC-8E197F166D79}"/>
          </ac:cxnSpMkLst>
        </pc:cxnChg>
        <pc:cxnChg chg="add del mod">
          <ac:chgData name="NUESTRO HOGAR" userId="2d0b7828e6ba7446" providerId="LiveId" clId="{0AE19CFF-2657-495A-8665-8ED3A8805070}" dt="2026-05-08T15:15:33.536" v="606" actId="478"/>
          <ac:cxnSpMkLst>
            <pc:docMk/>
            <pc:sldMk cId="0" sldId="259"/>
            <ac:cxnSpMk id="9" creationId="{0B737713-E56A-7FFC-09BF-5FAD7119BC1E}"/>
          </ac:cxnSpMkLst>
        </pc:cxnChg>
        <pc:cxnChg chg="add del mod">
          <ac:chgData name="NUESTRO HOGAR" userId="2d0b7828e6ba7446" providerId="LiveId" clId="{0AE19CFF-2657-495A-8665-8ED3A8805070}" dt="2026-05-08T15:15:34.252" v="607" actId="478"/>
          <ac:cxnSpMkLst>
            <pc:docMk/>
            <pc:sldMk cId="0" sldId="259"/>
            <ac:cxnSpMk id="10" creationId="{3E4F80F9-8119-CA63-F71A-5076C9202C81}"/>
          </ac:cxnSpMkLst>
        </pc:cxnChg>
      </pc:sldChg>
      <pc:sldChg chg="addSp delSp modSp mod ord">
        <pc:chgData name="NUESTRO HOGAR" userId="2d0b7828e6ba7446" providerId="LiveId" clId="{0AE19CFF-2657-495A-8665-8ED3A8805070}" dt="2026-05-06T23:58:35.608" v="45" actId="20577"/>
        <pc:sldMkLst>
          <pc:docMk/>
          <pc:sldMk cId="0" sldId="260"/>
        </pc:sldMkLst>
        <pc:spChg chg="mod">
          <ac:chgData name="NUESTRO HOGAR" userId="2d0b7828e6ba7446" providerId="LiveId" clId="{0AE19CFF-2657-495A-8665-8ED3A8805070}" dt="2026-05-06T23:40:16.705" v="19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42:00.057" v="35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58:35.608" v="45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58:20.998" v="42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41:39.374" v="32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57:49.975" v="37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NUESTRO HOGAR" userId="2d0b7828e6ba7446" providerId="LiveId" clId="{0AE19CFF-2657-495A-8665-8ED3A8805070}" dt="2026-05-06T23:40:31.718" v="22" actId="20577"/>
          <ac:spMkLst>
            <pc:docMk/>
            <pc:sldMk cId="0" sldId="260"/>
            <ac:spMk id="39" creationId="{00000000-0000-0000-0000-000000000000}"/>
          </ac:spMkLst>
        </pc:spChg>
        <pc:picChg chg="add mod">
          <ac:chgData name="NUESTRO HOGAR" userId="2d0b7828e6ba7446" providerId="LiveId" clId="{0AE19CFF-2657-495A-8665-8ED3A8805070}" dt="2026-05-06T23:39:36.623" v="12" actId="1076"/>
          <ac:picMkLst>
            <pc:docMk/>
            <pc:sldMk cId="0" sldId="260"/>
            <ac:picMk id="50" creationId="{CDC76569-B7AC-4146-D384-C9066E2F3E51}"/>
          </ac:picMkLst>
        </pc:picChg>
      </pc:sldChg>
      <pc:sldChg chg="addSp delSp modSp del mod ord">
        <pc:chgData name="NUESTRO HOGAR" userId="2d0b7828e6ba7446" providerId="LiveId" clId="{0AE19CFF-2657-495A-8665-8ED3A8805070}" dt="2026-05-07T01:26:48.911" v="218" actId="2696"/>
        <pc:sldMkLst>
          <pc:docMk/>
          <pc:sldMk cId="0" sldId="261"/>
        </pc:sldMkLst>
        <pc:picChg chg="add del">
          <ac:chgData name="NUESTRO HOGAR" userId="2d0b7828e6ba7446" providerId="LiveId" clId="{0AE19CFF-2657-495A-8665-8ED3A8805070}" dt="2026-05-07T00:53:06.758" v="150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0:53:08.432" v="152" actId="1076"/>
          <ac:picMkLst>
            <pc:docMk/>
            <pc:sldMk cId="0" sldId="261"/>
            <ac:picMk id="7" creationId="{0C6991A5-E116-C308-5FE1-AEB56FDB665E}"/>
          </ac:picMkLst>
        </pc:picChg>
      </pc:sldChg>
      <pc:sldChg chg="addSp delSp modSp mod ord">
        <pc:chgData name="NUESTRO HOGAR" userId="2d0b7828e6ba7446" providerId="LiveId" clId="{0AE19CFF-2657-495A-8665-8ED3A8805070}" dt="2026-05-08T01:23:06.114" v="502" actId="1076"/>
        <pc:sldMkLst>
          <pc:docMk/>
          <pc:sldMk cId="0" sldId="262"/>
        </pc:sldMkLst>
        <pc:picChg chg="del">
          <ac:chgData name="NUESTRO HOGAR" userId="2d0b7828e6ba7446" providerId="LiveId" clId="{0AE19CFF-2657-495A-8665-8ED3A8805070}" dt="2026-05-07T00:12:26.464" v="86" actId="478"/>
          <ac:picMkLst>
            <pc:docMk/>
            <pc:sldMk cId="0" sldId="262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8T01:23:06.114" v="502" actId="1076"/>
          <ac:picMkLst>
            <pc:docMk/>
            <pc:sldMk cId="0" sldId="262"/>
            <ac:picMk id="7" creationId="{D771EE64-EF2F-72F7-F1CC-AA97A9D78B0E}"/>
          </ac:picMkLst>
        </pc:picChg>
      </pc:sldChg>
      <pc:sldChg chg="addSp delSp modSp mod ord">
        <pc:chgData name="NUESTRO HOGAR" userId="2d0b7828e6ba7446" providerId="LiveId" clId="{0AE19CFF-2657-495A-8665-8ED3A8805070}" dt="2026-05-07T00:49:54.519" v="143"/>
        <pc:sldMkLst>
          <pc:docMk/>
          <pc:sldMk cId="0" sldId="263"/>
        </pc:sldMkLst>
        <pc:picChg chg="del">
          <ac:chgData name="NUESTRO HOGAR" userId="2d0b7828e6ba7446" providerId="LiveId" clId="{0AE19CFF-2657-495A-8665-8ED3A8805070}" dt="2026-05-07T00:09:35.097" v="81" actId="478"/>
          <ac:picMkLst>
            <pc:docMk/>
            <pc:sldMk cId="0" sldId="263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0:09:54.067" v="85" actId="1076"/>
          <ac:picMkLst>
            <pc:docMk/>
            <pc:sldMk cId="0" sldId="263"/>
            <ac:picMk id="7" creationId="{CD14D258-11BA-5331-9F26-BB743CB2FB85}"/>
          </ac:picMkLst>
        </pc:picChg>
      </pc:sldChg>
      <pc:sldChg chg="addSp delSp modSp mod ord">
        <pc:chgData name="NUESTRO HOGAR" userId="2d0b7828e6ba7446" providerId="LiveId" clId="{0AE19CFF-2657-495A-8665-8ED3A8805070}" dt="2026-05-07T00:49:12.646" v="133"/>
        <pc:sldMkLst>
          <pc:docMk/>
          <pc:sldMk cId="0" sldId="264"/>
        </pc:sldMkLst>
        <pc:picChg chg="del">
          <ac:chgData name="NUESTRO HOGAR" userId="2d0b7828e6ba7446" providerId="LiveId" clId="{0AE19CFF-2657-495A-8665-8ED3A8805070}" dt="2026-05-07T00:04:07.666" v="76" actId="478"/>
          <ac:picMkLst>
            <pc:docMk/>
            <pc:sldMk cId="0" sldId="264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0:04:11.983" v="79" actId="1076"/>
          <ac:picMkLst>
            <pc:docMk/>
            <pc:sldMk cId="0" sldId="264"/>
            <ac:picMk id="7" creationId="{C091F339-D8A6-5F57-EDF8-7FF2F30BBC1A}"/>
          </ac:picMkLst>
        </pc:picChg>
      </pc:sldChg>
      <pc:sldChg chg="addSp delSp modSp mod ord">
        <pc:chgData name="NUESTRO HOGAR" userId="2d0b7828e6ba7446" providerId="LiveId" clId="{0AE19CFF-2657-495A-8665-8ED3A8805070}" dt="2026-05-07T03:05:12.717" v="499" actId="478"/>
        <pc:sldMkLst>
          <pc:docMk/>
          <pc:sldMk cId="0" sldId="265"/>
        </pc:sldMkLst>
        <pc:spChg chg="del">
          <ac:chgData name="NUESTRO HOGAR" userId="2d0b7828e6ba7446" providerId="LiveId" clId="{0AE19CFF-2657-495A-8665-8ED3A8805070}" dt="2026-05-07T03:05:07.776" v="495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7T03:04:59.516" v="489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3:05:05.835" v="494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7T03:05:04.975" v="493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7T03:05:03.932" v="492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3:05:09.413" v="496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3:05:12.717" v="499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7T03:05:10.189" v="497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3:05:10.971" v="498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42:16.533" v="308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56:12.597" v="458" actId="20577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7T02:42:38.198" v="310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2:42:42.444" v="312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2:42:45.084" v="313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NUESTRO HOGAR" userId="2d0b7828e6ba7446" providerId="LiveId" clId="{0AE19CFF-2657-495A-8665-8ED3A8805070}" dt="2026-05-07T02:42:40.018" v="311" actId="478"/>
          <ac:spMkLst>
            <pc:docMk/>
            <pc:sldMk cId="0" sldId="265"/>
            <ac:spMk id="21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54:58.192" v="369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43:03.419" v="316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56:32.313" v="459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3:03:11.618" v="488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48:22.940" v="356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48:41.969" v="359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2:58:33.415" v="470" actId="2057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NUESTRO HOGAR" userId="2d0b7828e6ba7446" providerId="LiveId" clId="{0AE19CFF-2657-495A-8665-8ED3A8805070}" dt="2026-05-07T03:02:44.122" v="486" actId="313"/>
          <ac:spMkLst>
            <pc:docMk/>
            <pc:sldMk cId="0" sldId="265"/>
            <ac:spMk id="29" creationId="{00000000-0000-0000-0000-000000000000}"/>
          </ac:spMkLst>
        </pc:spChg>
        <pc:picChg chg="del">
          <ac:chgData name="NUESTRO HOGAR" userId="2d0b7828e6ba7446" providerId="LiveId" clId="{0AE19CFF-2657-495A-8665-8ED3A8805070}" dt="2026-05-07T00:28:47.832" v="96" actId="478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0:28:59.986" v="102" actId="14100"/>
          <ac:picMkLst>
            <pc:docMk/>
            <pc:sldMk cId="0" sldId="265"/>
            <ac:picMk id="32" creationId="{7DCD4B7D-FE55-65DC-7015-B0120765BE37}"/>
          </ac:picMkLst>
        </pc:picChg>
      </pc:sldChg>
      <pc:sldChg chg="addSp delSp modSp mod ord">
        <pc:chgData name="NUESTRO HOGAR" userId="2d0b7828e6ba7446" providerId="LiveId" clId="{0AE19CFF-2657-495A-8665-8ED3A8805070}" dt="2026-05-07T00:49:58.709" v="145"/>
        <pc:sldMkLst>
          <pc:docMk/>
          <pc:sldMk cId="0" sldId="266"/>
        </pc:sldMkLst>
        <pc:picChg chg="del">
          <ac:chgData name="NUESTRO HOGAR" userId="2d0b7828e6ba7446" providerId="LiveId" clId="{0AE19CFF-2657-495A-8665-8ED3A8805070}" dt="2026-05-07T00:01:57.302" v="53" actId="478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NUESTRO HOGAR" userId="2d0b7828e6ba7446" providerId="LiveId" clId="{0AE19CFF-2657-495A-8665-8ED3A8805070}" dt="2026-05-07T00:02:11.965" v="62" actId="478"/>
          <ac:picMkLst>
            <pc:docMk/>
            <pc:sldMk cId="0" sldId="266"/>
            <ac:picMk id="5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0:02:55.719" v="75" actId="14100"/>
          <ac:picMkLst>
            <pc:docMk/>
            <pc:sldMk cId="0" sldId="266"/>
            <ac:picMk id="8" creationId="{A82ABDD2-546D-2080-D961-6596CF2830FD}"/>
          </ac:picMkLst>
        </pc:picChg>
        <pc:picChg chg="add mod">
          <ac:chgData name="NUESTRO HOGAR" userId="2d0b7828e6ba7446" providerId="LiveId" clId="{0AE19CFF-2657-495A-8665-8ED3A8805070}" dt="2026-05-07T00:02:49.504" v="74" actId="14100"/>
          <ac:picMkLst>
            <pc:docMk/>
            <pc:sldMk cId="0" sldId="266"/>
            <ac:picMk id="10" creationId="{EDEF2007-8665-3CF0-2A7A-E5AF3C9A05FA}"/>
          </ac:picMkLst>
        </pc:picChg>
      </pc:sldChg>
      <pc:sldChg chg="addSp delSp modSp mod ord">
        <pc:chgData name="NUESTRO HOGAR" userId="2d0b7828e6ba7446" providerId="LiveId" clId="{0AE19CFF-2657-495A-8665-8ED3A8805070}" dt="2026-05-07T00:50:00.397" v="147"/>
        <pc:sldMkLst>
          <pc:docMk/>
          <pc:sldMk cId="0" sldId="267"/>
        </pc:sldMkLst>
        <pc:spChg chg="mod">
          <ac:chgData name="NUESTRO HOGAR" userId="2d0b7828e6ba7446" providerId="LiveId" clId="{0AE19CFF-2657-495A-8665-8ED3A8805070}" dt="2026-05-06T23:59:38.568" v="51" actId="1076"/>
          <ac:spMkLst>
            <pc:docMk/>
            <pc:sldMk cId="0" sldId="267"/>
            <ac:spMk id="2" creationId="{00000000-0000-0000-0000-000000000000}"/>
          </ac:spMkLst>
        </pc:spChg>
        <pc:picChg chg="add mod">
          <ac:chgData name="NUESTRO HOGAR" userId="2d0b7828e6ba7446" providerId="LiveId" clId="{0AE19CFF-2657-495A-8665-8ED3A8805070}" dt="2026-05-06T23:59:47.486" v="52" actId="14100"/>
          <ac:picMkLst>
            <pc:docMk/>
            <pc:sldMk cId="0" sldId="267"/>
            <ac:picMk id="7" creationId="{A7896577-0482-D09D-BC9E-FFB18FA9B2E3}"/>
          </ac:picMkLst>
        </pc:picChg>
      </pc:sldChg>
      <pc:sldChg chg="addSp delSp modSp add del mod ord">
        <pc:chgData name="NUESTRO HOGAR" userId="2d0b7828e6ba7446" providerId="LiveId" clId="{0AE19CFF-2657-495A-8665-8ED3A8805070}" dt="2026-05-07T02:24:32.367" v="232" actId="1076"/>
        <pc:sldMkLst>
          <pc:docMk/>
          <pc:sldMk cId="0" sldId="268"/>
        </pc:sldMkLst>
        <pc:spChg chg="mod">
          <ac:chgData name="NUESTRO HOGAR" userId="2d0b7828e6ba7446" providerId="LiveId" clId="{0AE19CFF-2657-495A-8665-8ED3A8805070}" dt="2026-05-07T02:24:30.979" v="231" actId="1076"/>
          <ac:spMkLst>
            <pc:docMk/>
            <pc:sldMk cId="0" sldId="268"/>
            <ac:spMk id="2" creationId="{00000000-0000-0000-0000-000000000000}"/>
          </ac:spMkLst>
        </pc:spChg>
        <pc:picChg chg="del">
          <ac:chgData name="NUESTRO HOGAR" userId="2d0b7828e6ba7446" providerId="LiveId" clId="{0AE19CFF-2657-495A-8665-8ED3A8805070}" dt="2026-05-07T00:40:08.936" v="107" actId="478"/>
          <ac:picMkLst>
            <pc:docMk/>
            <pc:sldMk cId="0" sldId="268"/>
            <ac:picMk id="3" creationId="{00000000-0000-0000-0000-000000000000}"/>
          </ac:picMkLst>
        </pc:picChg>
        <pc:picChg chg="add del mod">
          <ac:chgData name="NUESTRO HOGAR" userId="2d0b7828e6ba7446" providerId="LiveId" clId="{0AE19CFF-2657-495A-8665-8ED3A8805070}" dt="2026-05-07T01:44:01.261" v="219" actId="478"/>
          <ac:picMkLst>
            <pc:docMk/>
            <pc:sldMk cId="0" sldId="268"/>
            <ac:picMk id="6" creationId="{350B4F8B-8608-806A-8C7A-43E8660B1066}"/>
          </ac:picMkLst>
        </pc:picChg>
        <pc:picChg chg="add mod">
          <ac:chgData name="NUESTRO HOGAR" userId="2d0b7828e6ba7446" providerId="LiveId" clId="{0AE19CFF-2657-495A-8665-8ED3A8805070}" dt="2026-05-07T02:24:32.367" v="232" actId="1076"/>
          <ac:picMkLst>
            <pc:docMk/>
            <pc:sldMk cId="0" sldId="268"/>
            <ac:picMk id="19" creationId="{CA155F58-967F-2883-F3CD-F694C2DD430B}"/>
          </ac:picMkLst>
        </pc:picChg>
      </pc:sldChg>
      <pc:sldChg chg="addSp delSp modSp add del mod ord">
        <pc:chgData name="NUESTRO HOGAR" userId="2d0b7828e6ba7446" providerId="LiveId" clId="{0AE19CFF-2657-495A-8665-8ED3A8805070}" dt="2026-05-07T02:34:00.142" v="256"/>
        <pc:sldMkLst>
          <pc:docMk/>
          <pc:sldMk cId="0" sldId="269"/>
        </pc:sldMkLst>
        <pc:spChg chg="add del">
          <ac:chgData name="NUESTRO HOGAR" userId="2d0b7828e6ba7446" providerId="LiveId" clId="{0AE19CFF-2657-495A-8665-8ED3A8805070}" dt="2026-05-07T01:05:20.891" v="166" actId="22"/>
          <ac:spMkLst>
            <pc:docMk/>
            <pc:sldMk cId="0" sldId="269"/>
            <ac:spMk id="11" creationId="{C59A444C-E252-39A6-69B3-E9DC40657463}"/>
          </ac:spMkLst>
        </pc:spChg>
        <pc:picChg chg="del">
          <ac:chgData name="NUESTRO HOGAR" userId="2d0b7828e6ba7446" providerId="LiveId" clId="{0AE19CFF-2657-495A-8665-8ED3A8805070}" dt="2026-05-07T00:44:24.608" v="108" actId="478"/>
          <ac:picMkLst>
            <pc:docMk/>
            <pc:sldMk cId="0" sldId="269"/>
            <ac:picMk id="3" creationId="{00000000-0000-0000-0000-000000000000}"/>
          </ac:picMkLst>
        </pc:picChg>
        <pc:picChg chg="del">
          <ac:chgData name="NUESTRO HOGAR" userId="2d0b7828e6ba7446" providerId="LiveId" clId="{0AE19CFF-2657-495A-8665-8ED3A8805070}" dt="2026-05-07T00:44:26.143" v="109" actId="478"/>
          <ac:picMkLst>
            <pc:docMk/>
            <pc:sldMk cId="0" sldId="269"/>
            <ac:picMk id="4" creationId="{00000000-0000-0000-0000-000000000000}"/>
          </ac:picMkLst>
        </pc:picChg>
        <pc:picChg chg="add del mod">
          <ac:chgData name="NUESTRO HOGAR" userId="2d0b7828e6ba7446" providerId="LiveId" clId="{0AE19CFF-2657-495A-8665-8ED3A8805070}" dt="2026-05-07T00:44:56.775" v="116" actId="931"/>
          <ac:picMkLst>
            <pc:docMk/>
            <pc:sldMk cId="0" sldId="269"/>
            <ac:picMk id="7" creationId="{5E847D76-E73D-C65B-BDF3-2E2512AA8FB7}"/>
          </ac:picMkLst>
        </pc:picChg>
        <pc:picChg chg="add del mod">
          <ac:chgData name="NUESTRO HOGAR" userId="2d0b7828e6ba7446" providerId="LiveId" clId="{0AE19CFF-2657-495A-8665-8ED3A8805070}" dt="2026-05-07T01:07:24.261" v="188" actId="478"/>
          <ac:picMkLst>
            <pc:docMk/>
            <pc:sldMk cId="0" sldId="269"/>
            <ac:picMk id="9" creationId="{0CAFF04A-37DD-E2E9-4C20-16F343DBC4C2}"/>
          </ac:picMkLst>
        </pc:picChg>
        <pc:picChg chg="add del mod">
          <ac:chgData name="NUESTRO HOGAR" userId="2d0b7828e6ba7446" providerId="LiveId" clId="{0AE19CFF-2657-495A-8665-8ED3A8805070}" dt="2026-05-07T01:06:12.831" v="176" actId="478"/>
          <ac:picMkLst>
            <pc:docMk/>
            <pc:sldMk cId="0" sldId="269"/>
            <ac:picMk id="13" creationId="{0D86411E-1D32-A5F3-4C64-E2F2D234149A}"/>
          </ac:picMkLst>
        </pc:picChg>
        <pc:picChg chg="add del mod">
          <ac:chgData name="NUESTRO HOGAR" userId="2d0b7828e6ba7446" providerId="LiveId" clId="{0AE19CFF-2657-495A-8665-8ED3A8805070}" dt="2026-05-07T01:44:04.638" v="220" actId="478"/>
          <ac:picMkLst>
            <pc:docMk/>
            <pc:sldMk cId="0" sldId="269"/>
            <ac:picMk id="15" creationId="{80559ADE-4D9A-338F-9605-141A889BCEF3}"/>
          </ac:picMkLst>
        </pc:picChg>
        <pc:picChg chg="add del mod">
          <ac:chgData name="NUESTRO HOGAR" userId="2d0b7828e6ba7446" providerId="LiveId" clId="{0AE19CFF-2657-495A-8665-8ED3A8805070}" dt="2026-05-07T01:44:06.487" v="221" actId="478"/>
          <ac:picMkLst>
            <pc:docMk/>
            <pc:sldMk cId="0" sldId="269"/>
            <ac:picMk id="17" creationId="{77A4A609-F493-D7CD-B417-BEBEB3F2EB89}"/>
          </ac:picMkLst>
        </pc:picChg>
        <pc:picChg chg="add del mod">
          <ac:chgData name="NUESTRO HOGAR" userId="2d0b7828e6ba7446" providerId="LiveId" clId="{0AE19CFF-2657-495A-8665-8ED3A8805070}" dt="2026-05-07T02:22:35.855" v="226" actId="21"/>
          <ac:picMkLst>
            <pc:docMk/>
            <pc:sldMk cId="0" sldId="269"/>
            <ac:picMk id="19" creationId="{CA155F58-967F-2883-F3CD-F694C2DD430B}"/>
          </ac:picMkLst>
        </pc:picChg>
        <pc:picChg chg="add mod">
          <ac:chgData name="NUESTRO HOGAR" userId="2d0b7828e6ba7446" providerId="LiveId" clId="{0AE19CFF-2657-495A-8665-8ED3A8805070}" dt="2026-05-07T02:33:44.111" v="253" actId="14100"/>
          <ac:picMkLst>
            <pc:docMk/>
            <pc:sldMk cId="0" sldId="269"/>
            <ac:picMk id="21" creationId="{2B93E9F9-6922-34C9-28F4-FB3BDC5E76FD}"/>
          </ac:picMkLst>
        </pc:picChg>
        <pc:picChg chg="add mod">
          <ac:chgData name="NUESTRO HOGAR" userId="2d0b7828e6ba7446" providerId="LiveId" clId="{0AE19CFF-2657-495A-8665-8ED3A8805070}" dt="2026-05-07T02:33:47.466" v="254" actId="14100"/>
          <ac:picMkLst>
            <pc:docMk/>
            <pc:sldMk cId="0" sldId="269"/>
            <ac:picMk id="23" creationId="{6ABED10D-201F-FA0E-3DE5-AFCFF66EF5AE}"/>
          </ac:picMkLst>
        </pc:picChg>
      </pc:sldChg>
      <pc:sldChg chg="addSp delSp modSp mod">
        <pc:chgData name="NUESTRO HOGAR" userId="2d0b7828e6ba7446" providerId="LiveId" clId="{0AE19CFF-2657-495A-8665-8ED3A8805070}" dt="2026-05-07T02:35:50.522" v="279" actId="14100"/>
        <pc:sldMkLst>
          <pc:docMk/>
          <pc:sldMk cId="0" sldId="270"/>
        </pc:sldMkLst>
        <pc:picChg chg="del">
          <ac:chgData name="NUESTRO HOGAR" userId="2d0b7828e6ba7446" providerId="LiveId" clId="{0AE19CFF-2657-495A-8665-8ED3A8805070}" dt="2026-05-07T00:44:28.438" v="110" actId="478"/>
          <ac:picMkLst>
            <pc:docMk/>
            <pc:sldMk cId="0" sldId="270"/>
            <ac:picMk id="3" creationId="{00000000-0000-0000-0000-000000000000}"/>
          </ac:picMkLst>
        </pc:picChg>
        <pc:picChg chg="del">
          <ac:chgData name="NUESTRO HOGAR" userId="2d0b7828e6ba7446" providerId="LiveId" clId="{0AE19CFF-2657-495A-8665-8ED3A8805070}" dt="2026-05-07T00:44:29.794" v="111" actId="478"/>
          <ac:picMkLst>
            <pc:docMk/>
            <pc:sldMk cId="0" sldId="270"/>
            <ac:picMk id="4" creationId="{00000000-0000-0000-0000-000000000000}"/>
          </ac:picMkLst>
        </pc:picChg>
        <pc:picChg chg="add mod">
          <ac:chgData name="NUESTRO HOGAR" userId="2d0b7828e6ba7446" providerId="LiveId" clId="{0AE19CFF-2657-495A-8665-8ED3A8805070}" dt="2026-05-07T02:34:33.941" v="264" actId="14100"/>
          <ac:picMkLst>
            <pc:docMk/>
            <pc:sldMk cId="0" sldId="270"/>
            <ac:picMk id="7" creationId="{3D4D6969-860C-7BF5-8092-18A28FA802D7}"/>
          </ac:picMkLst>
        </pc:picChg>
        <pc:picChg chg="add mod">
          <ac:chgData name="NUESTRO HOGAR" userId="2d0b7828e6ba7446" providerId="LiveId" clId="{0AE19CFF-2657-495A-8665-8ED3A8805070}" dt="2026-05-07T02:35:50.522" v="279" actId="14100"/>
          <ac:picMkLst>
            <pc:docMk/>
            <pc:sldMk cId="0" sldId="270"/>
            <ac:picMk id="9" creationId="{123B5A54-1280-BDEF-BCA3-24A1A5786274}"/>
          </ac:picMkLst>
        </pc:picChg>
      </pc:sldChg>
      <pc:sldChg chg="delSp modSp mod">
        <pc:chgData name="NUESTRO HOGAR" userId="2d0b7828e6ba7446" providerId="LiveId" clId="{0AE19CFF-2657-495A-8665-8ED3A8805070}" dt="2026-05-08T16:19:15.544" v="780" actId="478"/>
        <pc:sldMkLst>
          <pc:docMk/>
          <pc:sldMk cId="0" sldId="271"/>
        </pc:sldMkLst>
        <pc:spChg chg="del mod">
          <ac:chgData name="NUESTRO HOGAR" userId="2d0b7828e6ba7446" providerId="LiveId" clId="{0AE19CFF-2657-495A-8665-8ED3A8805070}" dt="2026-05-08T16:19:15.544" v="780" actId="478"/>
          <ac:spMkLst>
            <pc:docMk/>
            <pc:sldMk cId="0" sldId="271"/>
            <ac:spMk id="10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8T16:17:01.053" v="720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7:07.290" v="721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7:11.122" v="722" actId="478"/>
          <ac:spMkLst>
            <pc:docMk/>
            <pc:sldMk cId="0" sldId="271"/>
            <ac:spMk id="19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6:19.415" v="718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7:14.505" v="723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57.222" v="717" actId="478"/>
          <ac:spMkLst>
            <pc:docMk/>
            <pc:sldMk cId="0" sldId="271"/>
            <ac:spMk id="22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8:50.652" v="778" actId="478"/>
          <ac:spMkLst>
            <pc:docMk/>
            <pc:sldMk cId="0" sldId="271"/>
            <ac:spMk id="23" creationId="{00000000-0000-0000-0000-000000000000}"/>
          </ac:spMkLst>
        </pc:spChg>
        <pc:spChg chg="del mod">
          <ac:chgData name="NUESTRO HOGAR" userId="2d0b7828e6ba7446" providerId="LiveId" clId="{0AE19CFF-2657-495A-8665-8ED3A8805070}" dt="2026-05-08T16:18:48.298" v="777" actId="478"/>
          <ac:spMkLst>
            <pc:docMk/>
            <pc:sldMk cId="0" sldId="271"/>
            <ac:spMk id="25" creationId="{00000000-0000-0000-0000-000000000000}"/>
          </ac:spMkLst>
        </pc:spChg>
        <pc:spChg chg="mod">
          <ac:chgData name="NUESTRO HOGAR" userId="2d0b7828e6ba7446" providerId="LiveId" clId="{0AE19CFF-2657-495A-8665-8ED3A8805070}" dt="2026-05-08T16:17:30.131" v="727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NUESTRO HOGAR" userId="2d0b7828e6ba7446" providerId="LiveId" clId="{0AE19CFF-2657-495A-8665-8ED3A8805070}" dt="2026-05-08T16:18:42.858" v="776" actId="20577"/>
          <ac:spMkLst>
            <pc:docMk/>
            <pc:sldMk cId="0" sldId="271"/>
            <ac:spMk id="27" creationId="{00000000-0000-0000-0000-000000000000}"/>
          </ac:spMkLst>
        </pc:spChg>
        <pc:spChg chg="mod">
          <ac:chgData name="NUESTRO HOGAR" userId="2d0b7828e6ba7446" providerId="LiveId" clId="{0AE19CFF-2657-495A-8665-8ED3A8805070}" dt="2026-05-08T16:15:53.520" v="716" actId="20577"/>
          <ac:spMkLst>
            <pc:docMk/>
            <pc:sldMk cId="0" sldId="271"/>
            <ac:spMk id="28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24.468" v="608" actId="478"/>
          <ac:spMkLst>
            <pc:docMk/>
            <pc:sldMk cId="0" sldId="271"/>
            <ac:spMk id="29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26.078" v="609" actId="478"/>
          <ac:spMkLst>
            <pc:docMk/>
            <pc:sldMk cId="0" sldId="271"/>
            <ac:spMk id="31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28.356" v="610" actId="478"/>
          <ac:spMkLst>
            <pc:docMk/>
            <pc:sldMk cId="0" sldId="271"/>
            <ac:spMk id="32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30.676" v="611" actId="478"/>
          <ac:spMkLst>
            <pc:docMk/>
            <pc:sldMk cId="0" sldId="271"/>
            <ac:spMk id="33" creationId="{00000000-0000-0000-0000-000000000000}"/>
          </ac:spMkLst>
        </pc:spChg>
        <pc:spChg chg="del">
          <ac:chgData name="NUESTRO HOGAR" userId="2d0b7828e6ba7446" providerId="LiveId" clId="{0AE19CFF-2657-495A-8665-8ED3A8805070}" dt="2026-05-08T16:15:33.147" v="612" actId="478"/>
          <ac:spMkLst>
            <pc:docMk/>
            <pc:sldMk cId="0" sldId="271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49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164592" y="4526280"/>
            <a:ext cx="8979408" cy="6172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CUANTITATIVO  ·  MERCADO COREANO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Predictivo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KoTaP  ·  KOSPI / KOSDAQ  ·  2011 – 2024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612648" y="29535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12,653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" y="33832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51176" y="288036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2551176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2660904" y="29535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60904" y="33832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99432" y="288036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14"/>
          <p:cNvSpPr/>
          <p:nvPr/>
        </p:nvSpPr>
        <p:spPr>
          <a:xfrm>
            <a:off x="4599432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4709160" y="29535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33832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47688" y="2880360"/>
            <a:ext cx="1920240" cy="86868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6647688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6757416" y="29535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57416" y="33832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62686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de Datos Senior  &amp;  Analista Financiero Experto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Conociendo</a:t>
            </a:r>
            <a:r>
              <a:rPr lang="en-US" sz="20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kern="0" spc="2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</a:t>
            </a:r>
            <a:r>
              <a:rPr lang="en-US" sz="20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88336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6883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475488" y="950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 Sólido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12,653 obs. de 1,754 empresas (2011–2024). Sin duplicados ni valores nulos en variables clave. Outliers extremos eliminados por IQR×3.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182112" y="841248"/>
            <a:ext cx="2688336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Shape 7"/>
          <p:cNvSpPr/>
          <p:nvPr/>
        </p:nvSpPr>
        <p:spPr>
          <a:xfrm>
            <a:off x="3182112" y="841248"/>
            <a:ext cx="2688336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291840" y="950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Rentabilidad Moderada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298448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</a:t>
            </a:r>
            <a:r>
              <a:rPr lang="en-US" sz="8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5.6 %</a:t>
            </a:r>
            <a:r>
              <a:rPr lang="en-US" sz="8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+1.78. Solo 1.2% registra pérdida (LOSS=1). Distribución sesgada a la derecha.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182112" y="2688336"/>
            <a:ext cx="2688336" cy="173736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3182112" y="2688336"/>
            <a:ext cx="2688336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3291840" y="27980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CFO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145536"/>
            <a:ext cx="2468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CFO–ROA (Spearman 0.48) es el vínculo más fuerte. Validado por β_CFO = +0.333*** en el modelo OLS.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</a:t>
            </a: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variables </a:t>
            </a:r>
            <a:r>
              <a:rPr lang="en-US" sz="1900" b="1" kern="0" spc="1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47FD32-653B-7881-EF83-F5EE7FDB3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10" y="667922"/>
            <a:ext cx="7832260" cy="44755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 (Variable Objetivo)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7221B7-6BF4-5F11-8563-ECD42089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4652"/>
            <a:ext cx="7833566" cy="4533104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9490E8-E1B6-4618-1441-26F3F9AFF449}"/>
              </a:ext>
            </a:extLst>
          </p:cNvPr>
          <p:cNvCxnSpPr/>
          <p:nvPr/>
        </p:nvCxnSpPr>
        <p:spPr>
          <a:xfrm>
            <a:off x="4842510" y="2872740"/>
            <a:ext cx="0" cy="396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MULTIVARIADO  ·  Correlación Spearman  (Triángulo Inferior)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01968" y="1005840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4"/>
          <p:cNvSpPr/>
          <p:nvPr/>
        </p:nvSpPr>
        <p:spPr>
          <a:xfrm>
            <a:off x="6601968" y="1005840"/>
            <a:ext cx="457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6711696" y="10332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ROE–ROA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38160" y="103327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11696" y="120700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→ excluida del OLS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601968" y="1426464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9"/>
          <p:cNvSpPr/>
          <p:nvPr/>
        </p:nvSpPr>
        <p:spPr>
          <a:xfrm>
            <a:off x="6601968" y="1426464"/>
            <a:ext cx="457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6711696" y="145389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CFO–ROA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138160" y="145389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711696" y="162763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principal de rentabilidad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601968" y="1847088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Shape 14"/>
          <p:cNvSpPr/>
          <p:nvPr/>
        </p:nvSpPr>
        <p:spPr>
          <a:xfrm>
            <a:off x="6601968" y="1847088"/>
            <a:ext cx="4572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5"/>
          <p:cNvSpPr/>
          <p:nvPr/>
        </p:nvSpPr>
        <p:spPr>
          <a:xfrm>
            <a:off x="6711696" y="187452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MB–ROA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138160" y="187452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11696" y="20482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valora firmas rentables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601968" y="2267712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19"/>
          <p:cNvSpPr/>
          <p:nvPr/>
        </p:nvSpPr>
        <p:spPr>
          <a:xfrm>
            <a:off x="6601968" y="2267712"/>
            <a:ext cx="4572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0"/>
          <p:cNvSpPr/>
          <p:nvPr/>
        </p:nvSpPr>
        <p:spPr>
          <a:xfrm>
            <a:off x="6711696" y="229514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TQ–ROA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1381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711696" y="2468880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Tobin's Q asociado a ROA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601968" y="2688336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4"/>
          <p:cNvSpPr/>
          <p:nvPr/>
        </p:nvSpPr>
        <p:spPr>
          <a:xfrm>
            <a:off x="6601968" y="2688336"/>
            <a:ext cx="457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5"/>
          <p:cNvSpPr/>
          <p:nvPr/>
        </p:nvSpPr>
        <p:spPr>
          <a:xfrm>
            <a:off x="6711696" y="2715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LEV–ROA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138160" y="27157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711696" y="288950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reduce rentabilidad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601968" y="3108960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Shape 29"/>
          <p:cNvSpPr/>
          <p:nvPr/>
        </p:nvSpPr>
        <p:spPr>
          <a:xfrm>
            <a:off x="6601968" y="3108960"/>
            <a:ext cx="4572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0"/>
          <p:cNvSpPr/>
          <p:nvPr/>
        </p:nvSpPr>
        <p:spPr>
          <a:xfrm>
            <a:off x="6711696" y="31363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SIZE–ROA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138160" y="31363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711696" y="331012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Deseconomías de escala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601968" y="3529584"/>
            <a:ext cx="2331720" cy="365760"/>
          </a:xfrm>
          <a:prstGeom prst="rect">
            <a:avLst/>
          </a:prstGeom>
          <a:solidFill>
            <a:srgbClr val="1F293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Shape 34"/>
          <p:cNvSpPr/>
          <p:nvPr/>
        </p:nvSpPr>
        <p:spPr>
          <a:xfrm>
            <a:off x="6601968" y="3529584"/>
            <a:ext cx="45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5"/>
          <p:cNvSpPr/>
          <p:nvPr/>
        </p:nvSpPr>
        <p:spPr>
          <a:xfrm>
            <a:off x="6711696" y="355701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MB–TQ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138160" y="355701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+0.98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711696" y="373075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multicolinealidad entre sí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800" dirty="0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CDC76569-B7AC-4146-D384-C9066E2F3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43" y="775934"/>
            <a:ext cx="5634398" cy="4146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·  Selección del Número de Componentes  (Criterio Kaiser)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091F339-D8A6-5F57-EDF8-7FF2F30B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" y="475488"/>
            <a:ext cx="900112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·  Biplot: Empresas y Variables en el Espacio de Componentes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492240" y="2359152"/>
            <a:ext cx="2468880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2"/>
          <p:cNvSpPr/>
          <p:nvPr/>
        </p:nvSpPr>
        <p:spPr>
          <a:xfrm>
            <a:off x="6492240" y="2359152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6583680" y="2404872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= ~42,1%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83680" y="261518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componentes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mitad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492240" y="3086100"/>
            <a:ext cx="2468880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Shape 20"/>
          <p:cNvSpPr/>
          <p:nvPr/>
        </p:nvSpPr>
        <p:spPr>
          <a:xfrm>
            <a:off x="6492240" y="3086100"/>
            <a:ext cx="45720" cy="6400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1"/>
          <p:cNvSpPr/>
          <p:nvPr/>
        </p:nvSpPr>
        <p:spPr>
          <a:xfrm>
            <a:off x="6597396" y="3101721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 vs LEV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97396" y="333679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opuesta en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biplot: </a:t>
            </a:r>
            <a:r>
              <a:rPr lang="es-419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liquidez 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537960" y="3840480"/>
            <a:ext cx="2468880" cy="640080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4"/>
          <p:cNvSpPr/>
          <p:nvPr/>
        </p:nvSpPr>
        <p:spPr>
          <a:xfrm>
            <a:off x="6476238" y="3840480"/>
            <a:ext cx="4572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5"/>
          <p:cNvSpPr/>
          <p:nvPr/>
        </p:nvSpPr>
        <p:spPr>
          <a:xfrm>
            <a:off x="6537960" y="3873246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SIZE–AGE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597396" y="40965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“Empresas más grandes son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antiguas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7DCD4B7D-FE55-65DC-7015-B0120765B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15340"/>
            <a:ext cx="6041136" cy="3963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OLS  ·  Predichos vs Reales  &amp;  Coeficientes β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71EE64-EF2F-72F7-F1CC-AA97A9D78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196" y="644652"/>
            <a:ext cx="9144000" cy="4500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OLS  ·  Diagnóstico de Residuos  &amp;  Verificación de Supuestos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14D258-11BA-5331-9F26-BB743CB2F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4" y="659348"/>
            <a:ext cx="7847266" cy="4484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21792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Método del Codo  &amp;  Distribución 2D de Clusters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2ABDD2-546D-2080-D961-6596CF283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" y="797052"/>
            <a:ext cx="4117848" cy="367131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EF2007-8665-3CF0-2A7A-E5AF3C9A0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056" y="797052"/>
            <a:ext cx="4748784" cy="3671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3276" y="525780"/>
            <a:ext cx="841248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Perfil Financiero por Cluster  (ROA · CFO · LEV · SIZE · GRW)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896577-0482-D09D-BC9E-FFB18FA9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5" y="644652"/>
            <a:ext cx="802405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TITANES vs Inflación  ·  2020 – 2021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B93E9F9-6922-34C9-28F4-FB3BDC5E7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52500"/>
            <a:ext cx="4653116" cy="400964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ABED10D-201F-FA0E-3DE5-AFCFF66EF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7362"/>
            <a:ext cx="4423027" cy="39547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960" y="548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TITANES  ·  2022  —  Año de Mayor Estrés Inflacionario  (5.09%)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A155F58-967F-2883-F3CD-F694C2DD4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127" y="471577"/>
            <a:ext cx="6650546" cy="42003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TITANES vs Inflación  ·  2023 – 2024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4D6969-860C-7BF5-8092-18A28FA8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566"/>
            <a:ext cx="4767072" cy="36272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23B5A54-1280-BDEF-BCA3-24A1A5786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920" y="981455"/>
            <a:ext cx="4370642" cy="35783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64592" cy="41833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 &amp;  RECOMENDACIONES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062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1024128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877824" y="1078992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es el predictor dominante del ROA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2801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β=+0.333 (p&lt;0.001, β*≈0.458). El flujo de caja operativo explica la mayor parte de la variación en rentabilidad.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2062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1828800"/>
            <a:ext cx="8046720" cy="658368"/>
          </a:xfrm>
          <a:prstGeom prst="rect">
            <a:avLst/>
          </a:prstGeom>
          <a:solidFill>
            <a:srgbClr val="111827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877824" y="1883664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apalancamiento excesivo destruye valor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33472"/>
            <a:ext cx="42062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320040" y="2633472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" y="343814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" y="2688336"/>
            <a:ext cx="7790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K-Means: 3 perfiles estratégicos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292608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C1-Líderes , C2-Estables , C3-Rezagados.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77824" y="3922776"/>
            <a:ext cx="77906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" y="4242816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474</Words>
  <Application>Microsoft Office PowerPoint</Application>
  <PresentationFormat>Presentación en pantalla (16:9)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KoTaP – Análisis Financiero y Predictivo</dc:title>
  <dc:subject>PptxGenJS Presentation</dc:subject>
  <dc:creator>PptxGenJS</dc:creator>
  <cp:lastModifiedBy>NUESTRO HOGAR</cp:lastModifiedBy>
  <cp:revision>2</cp:revision>
  <dcterms:created xsi:type="dcterms:W3CDTF">2026-05-06T23:06:04Z</dcterms:created>
  <dcterms:modified xsi:type="dcterms:W3CDTF">2026-05-08T16:38:14Z</dcterms:modified>
</cp:coreProperties>
</file>