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8" r:id="rId3"/>
    <p:sldId id="259" r:id="rId4"/>
    <p:sldId id="261" r:id="rId5"/>
    <p:sldId id="271" r:id="rId6"/>
    <p:sldId id="264" r:id="rId7"/>
    <p:sldId id="265" r:id="rId8"/>
    <p:sldId id="266" r:id="rId9"/>
    <p:sldId id="267" r:id="rId10"/>
    <p:sldId id="268" r:id="rId11"/>
    <p:sldId id="273" r:id="rId12"/>
    <p:sldId id="274" r:id="rId13"/>
    <p:sldId id="270" r:id="rId14"/>
    <p:sldId id="275" r:id="rId15"/>
    <p:sldId id="277" r:id="rId16"/>
    <p:sldId id="278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4FE0CA-63EC-48F2-AAB3-304E9C871237}" v="26" dt="2026-05-12T13:27:42.027"/>
  </p1510:revLst>
</p1510:revInfo>
</file>

<file path=ppt/tableStyles.xml><?xml version="1.0" encoding="utf-8"?>
<a:tblStyleLst xmlns:a="http://schemas.openxmlformats.org/drawingml/2006/main" def="{5C22544A-7EE6-4342-B048-85BDC9FD1C3A}">
  <a:tblStyle styleId="{775DCB02-9BB8-47FD-8907-85C794F793BA}" styleName="Estilo temático 1 - Énfasis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08FB837D-C827-4EFA-A057-4D05807E0F7C}" styleName="Estilo temático 1 - Énfasis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UESTRO HOGAR" userId="2d0b7828e6ba7446" providerId="LiveId" clId="{0AE19CFF-2657-495A-8665-8ED3A8805070}"/>
    <pc:docChg chg="undo custSel addSld delSld modSld sldOrd">
      <pc:chgData name="NUESTRO HOGAR" userId="2d0b7828e6ba7446" providerId="LiveId" clId="{0AE19CFF-2657-495A-8665-8ED3A8805070}" dt="2026-05-12T15:39:37.174" v="1671" actId="6549"/>
      <pc:docMkLst>
        <pc:docMk/>
      </pc:docMkLst>
      <pc:sldChg chg="delSp modSp mod">
        <pc:chgData name="NUESTRO HOGAR" userId="2d0b7828e6ba7446" providerId="LiveId" clId="{0AE19CFF-2657-495A-8665-8ED3A8805070}" dt="2026-05-12T03:16:43.658" v="419" actId="21"/>
        <pc:sldMkLst>
          <pc:docMk/>
          <pc:sldMk cId="0" sldId="256"/>
        </pc:sldMkLst>
        <pc:spChg chg="del">
          <ac:chgData name="NUESTRO HOGAR" userId="2d0b7828e6ba7446" providerId="LiveId" clId="{0AE19CFF-2657-495A-8665-8ED3A8805070}" dt="2026-05-12T03:16:43.658" v="419" actId="21"/>
          <ac:spMkLst>
            <pc:docMk/>
            <pc:sldMk cId="0" sldId="256"/>
            <ac:spMk id="8" creationId="{00000000-0000-0000-0000-000000000000}"/>
          </ac:spMkLst>
        </pc:spChg>
        <pc:spChg chg="del">
          <ac:chgData name="NUESTRO HOGAR" userId="2d0b7828e6ba7446" providerId="LiveId" clId="{0AE19CFF-2657-495A-8665-8ED3A8805070}" dt="2026-05-12T03:16:43.658" v="419" actId="21"/>
          <ac:spMkLst>
            <pc:docMk/>
            <pc:sldMk cId="0" sldId="256"/>
            <ac:spMk id="9" creationId="{00000000-0000-0000-0000-000000000000}"/>
          </ac:spMkLst>
        </pc:spChg>
        <pc:spChg chg="del">
          <ac:chgData name="NUESTRO HOGAR" userId="2d0b7828e6ba7446" providerId="LiveId" clId="{0AE19CFF-2657-495A-8665-8ED3A8805070}" dt="2026-05-12T03:16:43.658" v="419" actId="21"/>
          <ac:spMkLst>
            <pc:docMk/>
            <pc:sldMk cId="0" sldId="256"/>
            <ac:spMk id="13" creationId="{00000000-0000-0000-0000-000000000000}"/>
          </ac:spMkLst>
        </pc:spChg>
        <pc:spChg chg="del">
          <ac:chgData name="NUESTRO HOGAR" userId="2d0b7828e6ba7446" providerId="LiveId" clId="{0AE19CFF-2657-495A-8665-8ED3A8805070}" dt="2026-05-12T03:16:43.658" v="419" actId="21"/>
          <ac:spMkLst>
            <pc:docMk/>
            <pc:sldMk cId="0" sldId="256"/>
            <ac:spMk id="17" creationId="{00000000-0000-0000-0000-000000000000}"/>
          </ac:spMkLst>
        </pc:spChg>
        <pc:spChg chg="mod">
          <ac:chgData name="NUESTRO HOGAR" userId="2d0b7828e6ba7446" providerId="LiveId" clId="{0AE19CFF-2657-495A-8665-8ED3A8805070}" dt="2026-05-11T12:07:09.498" v="175" actId="20577"/>
          <ac:spMkLst>
            <pc:docMk/>
            <pc:sldMk cId="0" sldId="256"/>
            <ac:spMk id="18" creationId="{00000000-0000-0000-0000-000000000000}"/>
          </ac:spMkLst>
        </pc:spChg>
        <pc:spChg chg="del">
          <ac:chgData name="NUESTRO HOGAR" userId="2d0b7828e6ba7446" providerId="LiveId" clId="{0AE19CFF-2657-495A-8665-8ED3A8805070}" dt="2026-05-12T03:16:43.658" v="419" actId="21"/>
          <ac:spMkLst>
            <pc:docMk/>
            <pc:sldMk cId="0" sldId="256"/>
            <ac:spMk id="20" creationId="{00000000-0000-0000-0000-000000000000}"/>
          </ac:spMkLst>
        </pc:spChg>
        <pc:spChg chg="del">
          <ac:chgData name="NUESTRO HOGAR" userId="2d0b7828e6ba7446" providerId="LiveId" clId="{0AE19CFF-2657-495A-8665-8ED3A8805070}" dt="2026-05-12T03:16:43.658" v="419" actId="21"/>
          <ac:spMkLst>
            <pc:docMk/>
            <pc:sldMk cId="0" sldId="256"/>
            <ac:spMk id="24" creationId="{00000000-0000-0000-0000-000000000000}"/>
          </ac:spMkLst>
        </pc:spChg>
        <pc:spChg chg="del mod">
          <ac:chgData name="NUESTRO HOGAR" userId="2d0b7828e6ba7446" providerId="LiveId" clId="{0AE19CFF-2657-495A-8665-8ED3A8805070}" dt="2026-05-12T03:16:43.658" v="419" actId="21"/>
          <ac:spMkLst>
            <pc:docMk/>
            <pc:sldMk cId="0" sldId="256"/>
            <ac:spMk id="25" creationId="{00000000-0000-0000-0000-000000000000}"/>
          </ac:spMkLst>
        </pc:spChg>
        <pc:spChg chg="del">
          <ac:chgData name="NUESTRO HOGAR" userId="2d0b7828e6ba7446" providerId="LiveId" clId="{0AE19CFF-2657-495A-8665-8ED3A8805070}" dt="2026-05-12T03:16:43.658" v="419" actId="21"/>
          <ac:spMkLst>
            <pc:docMk/>
            <pc:sldMk cId="0" sldId="256"/>
            <ac:spMk id="28" creationId="{00000000-0000-0000-0000-000000000000}"/>
          </ac:spMkLst>
        </pc:spChg>
        <pc:spChg chg="mod">
          <ac:chgData name="NUESTRO HOGAR" userId="2d0b7828e6ba7446" providerId="LiveId" clId="{0AE19CFF-2657-495A-8665-8ED3A8805070}" dt="2026-05-11T12:19:27.810" v="200" actId="20577"/>
          <ac:spMkLst>
            <pc:docMk/>
            <pc:sldMk cId="0" sldId="256"/>
            <ac:spMk id="29" creationId="{00000000-0000-0000-0000-000000000000}"/>
          </ac:spMkLst>
        </pc:spChg>
        <pc:spChg chg="mod">
          <ac:chgData name="NUESTRO HOGAR" userId="2d0b7828e6ba7446" providerId="LiveId" clId="{0AE19CFF-2657-495A-8665-8ED3A8805070}" dt="2026-05-11T12:08:02.791" v="185" actId="20577"/>
          <ac:spMkLst>
            <pc:docMk/>
            <pc:sldMk cId="0" sldId="256"/>
            <ac:spMk id="33" creationId="{00000000-0000-0000-0000-000000000000}"/>
          </ac:spMkLst>
        </pc:spChg>
        <pc:spChg chg="del">
          <ac:chgData name="NUESTRO HOGAR" userId="2d0b7828e6ba7446" providerId="LiveId" clId="{0AE19CFF-2657-495A-8665-8ED3A8805070}" dt="2026-05-12T03:16:43.658" v="419" actId="21"/>
          <ac:spMkLst>
            <pc:docMk/>
            <pc:sldMk cId="0" sldId="256"/>
            <ac:spMk id="34" creationId="{00000000-0000-0000-0000-000000000000}"/>
          </ac:spMkLst>
        </pc:spChg>
        <pc:spChg chg="del">
          <ac:chgData name="NUESTRO HOGAR" userId="2d0b7828e6ba7446" providerId="LiveId" clId="{0AE19CFF-2657-495A-8665-8ED3A8805070}" dt="2026-05-12T03:16:43.658" v="419" actId="21"/>
          <ac:spMkLst>
            <pc:docMk/>
            <pc:sldMk cId="0" sldId="256"/>
            <ac:spMk id="35" creationId="{00000000-0000-0000-0000-000000000000}"/>
          </ac:spMkLst>
        </pc:spChg>
      </pc:sldChg>
      <pc:sldChg chg="del">
        <pc:chgData name="NUESTRO HOGAR" userId="2d0b7828e6ba7446" providerId="LiveId" clId="{0AE19CFF-2657-495A-8665-8ED3A8805070}" dt="2026-05-11T03:47:20.351" v="150" actId="2696"/>
        <pc:sldMkLst>
          <pc:docMk/>
          <pc:sldMk cId="0" sldId="257"/>
        </pc:sldMkLst>
      </pc:sldChg>
      <pc:sldChg chg="addSp modSp mod">
        <pc:chgData name="NUESTRO HOGAR" userId="2d0b7828e6ba7446" providerId="LiveId" clId="{0AE19CFF-2657-495A-8665-8ED3A8805070}" dt="2026-05-12T03:18:54.897" v="422" actId="1076"/>
        <pc:sldMkLst>
          <pc:docMk/>
          <pc:sldMk cId="0" sldId="258"/>
        </pc:sldMkLst>
        <pc:spChg chg="mod">
          <ac:chgData name="NUESTRO HOGAR" userId="2d0b7828e6ba7446" providerId="LiveId" clId="{0AE19CFF-2657-495A-8665-8ED3A8805070}" dt="2026-05-11T20:14:21.081" v="209" actId="1076"/>
          <ac:spMkLst>
            <pc:docMk/>
            <pc:sldMk cId="0" sldId="258"/>
            <ac:spMk id="13" creationId="{00000000-0000-0000-0000-000000000000}"/>
          </ac:spMkLst>
        </pc:spChg>
        <pc:spChg chg="mod">
          <ac:chgData name="NUESTRO HOGAR" userId="2d0b7828e6ba7446" providerId="LiveId" clId="{0AE19CFF-2657-495A-8665-8ED3A8805070}" dt="2026-05-11T19:48:49.836" v="208" actId="20577"/>
          <ac:spMkLst>
            <pc:docMk/>
            <pc:sldMk cId="0" sldId="258"/>
            <ac:spMk id="25" creationId="{00000000-0000-0000-0000-000000000000}"/>
          </ac:spMkLst>
        </pc:spChg>
        <pc:spChg chg="add mod">
          <ac:chgData name="NUESTRO HOGAR" userId="2d0b7828e6ba7446" providerId="LiveId" clId="{0AE19CFF-2657-495A-8665-8ED3A8805070}" dt="2026-05-12T03:16:52.604" v="420"/>
          <ac:spMkLst>
            <pc:docMk/>
            <pc:sldMk cId="0" sldId="258"/>
            <ac:spMk id="28" creationId="{00000000-0000-0000-0000-000000000000}"/>
          </ac:spMkLst>
        </pc:spChg>
        <pc:spChg chg="add mod">
          <ac:chgData name="NUESTRO HOGAR" userId="2d0b7828e6ba7446" providerId="LiveId" clId="{0AE19CFF-2657-495A-8665-8ED3A8805070}" dt="2026-05-12T03:16:52.604" v="420"/>
          <ac:spMkLst>
            <pc:docMk/>
            <pc:sldMk cId="0" sldId="258"/>
            <ac:spMk id="35" creationId="{00000000-0000-0000-0000-000000000000}"/>
          </ac:spMkLst>
        </pc:spChg>
        <pc:spChg chg="add mod">
          <ac:chgData name="NUESTRO HOGAR" userId="2d0b7828e6ba7446" providerId="LiveId" clId="{0AE19CFF-2657-495A-8665-8ED3A8805070}" dt="2026-05-12T03:16:52.604" v="420"/>
          <ac:spMkLst>
            <pc:docMk/>
            <pc:sldMk cId="0" sldId="258"/>
            <ac:spMk id="38" creationId="{00000000-0000-0000-0000-000000000000}"/>
          </ac:spMkLst>
        </pc:spChg>
        <pc:spChg chg="add mod">
          <ac:chgData name="NUESTRO HOGAR" userId="2d0b7828e6ba7446" providerId="LiveId" clId="{0AE19CFF-2657-495A-8665-8ED3A8805070}" dt="2026-05-12T03:16:52.604" v="420"/>
          <ac:spMkLst>
            <pc:docMk/>
            <pc:sldMk cId="0" sldId="258"/>
            <ac:spMk id="40" creationId="{00000000-0000-0000-0000-000000000000}"/>
          </ac:spMkLst>
        </pc:spChg>
        <pc:spChg chg="add mod">
          <ac:chgData name="NUESTRO HOGAR" userId="2d0b7828e6ba7446" providerId="LiveId" clId="{0AE19CFF-2657-495A-8665-8ED3A8805070}" dt="2026-05-12T03:16:52.604" v="420"/>
          <ac:spMkLst>
            <pc:docMk/>
            <pc:sldMk cId="0" sldId="258"/>
            <ac:spMk id="43" creationId="{00000000-0000-0000-0000-000000000000}"/>
          </ac:spMkLst>
        </pc:spChg>
        <pc:spChg chg="mod">
          <ac:chgData name="NUESTRO HOGAR" userId="2d0b7828e6ba7446" providerId="LiveId" clId="{0AE19CFF-2657-495A-8665-8ED3A8805070}" dt="2026-05-12T03:18:54.897" v="422" actId="1076"/>
          <ac:spMkLst>
            <pc:docMk/>
            <pc:sldMk cId="0" sldId="258"/>
            <ac:spMk id="44" creationId="{00000000-0000-0000-0000-000000000000}"/>
          </ac:spMkLst>
        </pc:spChg>
        <pc:spChg chg="add mod">
          <ac:chgData name="NUESTRO HOGAR" userId="2d0b7828e6ba7446" providerId="LiveId" clId="{0AE19CFF-2657-495A-8665-8ED3A8805070}" dt="2026-05-12T03:16:52.604" v="420"/>
          <ac:spMkLst>
            <pc:docMk/>
            <pc:sldMk cId="0" sldId="258"/>
            <ac:spMk id="46" creationId="{00000000-0000-0000-0000-000000000000}"/>
          </ac:spMkLst>
        </pc:spChg>
        <pc:spChg chg="add mod">
          <ac:chgData name="NUESTRO HOGAR" userId="2d0b7828e6ba7446" providerId="LiveId" clId="{0AE19CFF-2657-495A-8665-8ED3A8805070}" dt="2026-05-12T03:16:52.604" v="420"/>
          <ac:spMkLst>
            <pc:docMk/>
            <pc:sldMk cId="0" sldId="258"/>
            <ac:spMk id="48" creationId="{00000000-0000-0000-0000-000000000000}"/>
          </ac:spMkLst>
        </pc:spChg>
        <pc:spChg chg="add mod">
          <ac:chgData name="NUESTRO HOGAR" userId="2d0b7828e6ba7446" providerId="LiveId" clId="{0AE19CFF-2657-495A-8665-8ED3A8805070}" dt="2026-05-12T03:16:52.604" v="420"/>
          <ac:spMkLst>
            <pc:docMk/>
            <pc:sldMk cId="0" sldId="258"/>
            <ac:spMk id="54" creationId="{00000000-0000-0000-0000-000000000000}"/>
          </ac:spMkLst>
        </pc:spChg>
        <pc:spChg chg="add mod">
          <ac:chgData name="NUESTRO HOGAR" userId="2d0b7828e6ba7446" providerId="LiveId" clId="{0AE19CFF-2657-495A-8665-8ED3A8805070}" dt="2026-05-12T03:16:52.604" v="420"/>
          <ac:spMkLst>
            <pc:docMk/>
            <pc:sldMk cId="0" sldId="258"/>
            <ac:spMk id="56" creationId="{00000000-0000-0000-0000-000000000000}"/>
          </ac:spMkLst>
        </pc:spChg>
        <pc:spChg chg="add mod">
          <ac:chgData name="NUESTRO HOGAR" userId="2d0b7828e6ba7446" providerId="LiveId" clId="{0AE19CFF-2657-495A-8665-8ED3A8805070}" dt="2026-05-12T03:16:52.604" v="420"/>
          <ac:spMkLst>
            <pc:docMk/>
            <pc:sldMk cId="0" sldId="258"/>
            <ac:spMk id="57" creationId="{00000000-0000-0000-0000-000000000000}"/>
          </ac:spMkLst>
        </pc:spChg>
      </pc:sldChg>
      <pc:sldChg chg="addSp delSp modSp mod ord">
        <pc:chgData name="NUESTRO HOGAR" userId="2d0b7828e6ba7446" providerId="LiveId" clId="{0AE19CFF-2657-495A-8665-8ED3A8805070}" dt="2026-05-12T12:56:09.119" v="977" actId="20577"/>
        <pc:sldMkLst>
          <pc:docMk/>
          <pc:sldMk cId="0" sldId="259"/>
        </pc:sldMkLst>
        <pc:spChg chg="mod">
          <ac:chgData name="NUESTRO HOGAR" userId="2d0b7828e6ba7446" providerId="LiveId" clId="{0AE19CFF-2657-495A-8665-8ED3A8805070}" dt="2026-05-12T12:56:09.119" v="977" actId="20577"/>
          <ac:spMkLst>
            <pc:docMk/>
            <pc:sldMk cId="0" sldId="259"/>
            <ac:spMk id="3" creationId="{00000000-0000-0000-0000-000000000000}"/>
          </ac:spMkLst>
        </pc:spChg>
        <pc:picChg chg="del">
          <ac:chgData name="NUESTRO HOGAR" userId="2d0b7828e6ba7446" providerId="LiveId" clId="{0AE19CFF-2657-495A-8665-8ED3A8805070}" dt="2026-05-11T04:12:49.306" v="151" actId="478"/>
          <ac:picMkLst>
            <pc:docMk/>
            <pc:sldMk cId="0" sldId="259"/>
            <ac:picMk id="4" creationId="{00000000-0000-0000-0000-000000000000}"/>
          </ac:picMkLst>
        </pc:picChg>
        <pc:picChg chg="add">
          <ac:chgData name="NUESTRO HOGAR" userId="2d0b7828e6ba7446" providerId="LiveId" clId="{0AE19CFF-2657-495A-8665-8ED3A8805070}" dt="2026-05-11T04:13:15.565" v="152" actId="22"/>
          <ac:picMkLst>
            <pc:docMk/>
            <pc:sldMk cId="0" sldId="259"/>
            <ac:picMk id="7" creationId="{7C0332F5-B3E7-C78A-70E6-807694B5B649}"/>
          </ac:picMkLst>
        </pc:picChg>
      </pc:sldChg>
      <pc:sldChg chg="addSp delSp modSp del mod">
        <pc:chgData name="NUESTRO HOGAR" userId="2d0b7828e6ba7446" providerId="LiveId" clId="{0AE19CFF-2657-495A-8665-8ED3A8805070}" dt="2026-05-12T03:21:36.906" v="432" actId="2696"/>
        <pc:sldMkLst>
          <pc:docMk/>
          <pc:sldMk cId="0" sldId="260"/>
        </pc:sldMkLst>
      </pc:sldChg>
      <pc:sldChg chg="addSp delSp modSp mod">
        <pc:chgData name="NUESTRO HOGAR" userId="2d0b7828e6ba7446" providerId="LiveId" clId="{0AE19CFF-2657-495A-8665-8ED3A8805070}" dt="2026-05-12T13:27:48.522" v="1630" actId="20577"/>
        <pc:sldMkLst>
          <pc:docMk/>
          <pc:sldMk cId="0" sldId="261"/>
        </pc:sldMkLst>
        <pc:spChg chg="mod">
          <ac:chgData name="NUESTRO HOGAR" userId="2d0b7828e6ba7446" providerId="LiveId" clId="{0AE19CFF-2657-495A-8665-8ED3A8805070}" dt="2026-05-12T13:27:30.563" v="1569" actId="20577"/>
          <ac:spMkLst>
            <pc:docMk/>
            <pc:sldMk cId="0" sldId="261"/>
            <ac:spMk id="3" creationId="{00000000-0000-0000-0000-000000000000}"/>
          </ac:spMkLst>
        </pc:spChg>
        <pc:spChg chg="del">
          <ac:chgData name="NUESTRO HOGAR" userId="2d0b7828e6ba7446" providerId="LiveId" clId="{0AE19CFF-2657-495A-8665-8ED3A8805070}" dt="2026-05-12T12:42:02.065" v="859" actId="478"/>
          <ac:spMkLst>
            <pc:docMk/>
            <pc:sldMk cId="0" sldId="261"/>
            <ac:spMk id="5" creationId="{00000000-0000-0000-0000-000000000000}"/>
          </ac:spMkLst>
        </pc:spChg>
        <pc:spChg chg="mod">
          <ac:chgData name="NUESTRO HOGAR" userId="2d0b7828e6ba7446" providerId="LiveId" clId="{0AE19CFF-2657-495A-8665-8ED3A8805070}" dt="2026-05-12T12:57:39.272" v="985" actId="1076"/>
          <ac:spMkLst>
            <pc:docMk/>
            <pc:sldMk cId="0" sldId="261"/>
            <ac:spMk id="6" creationId="{00000000-0000-0000-0000-000000000000}"/>
          </ac:spMkLst>
        </pc:spChg>
        <pc:spChg chg="mod">
          <ac:chgData name="NUESTRO HOGAR" userId="2d0b7828e6ba7446" providerId="LiveId" clId="{0AE19CFF-2657-495A-8665-8ED3A8805070}" dt="2026-05-12T12:58:54.364" v="1159" actId="20577"/>
          <ac:spMkLst>
            <pc:docMk/>
            <pc:sldMk cId="0" sldId="261"/>
            <ac:spMk id="8" creationId="{00000000-0000-0000-0000-000000000000}"/>
          </ac:spMkLst>
        </pc:spChg>
        <pc:spChg chg="mod">
          <ac:chgData name="NUESTRO HOGAR" userId="2d0b7828e6ba7446" providerId="LiveId" clId="{0AE19CFF-2657-495A-8665-8ED3A8805070}" dt="2026-05-12T12:58:30.341" v="1126" actId="20577"/>
          <ac:spMkLst>
            <pc:docMk/>
            <pc:sldMk cId="0" sldId="261"/>
            <ac:spMk id="9" creationId="{00000000-0000-0000-0000-000000000000}"/>
          </ac:spMkLst>
        </pc:spChg>
        <pc:spChg chg="mod">
          <ac:chgData name="NUESTRO HOGAR" userId="2d0b7828e6ba7446" providerId="LiveId" clId="{0AE19CFF-2657-495A-8665-8ED3A8805070}" dt="2026-05-12T13:01:40.200" v="1243" actId="20577"/>
          <ac:spMkLst>
            <pc:docMk/>
            <pc:sldMk cId="0" sldId="261"/>
            <ac:spMk id="12" creationId="{00000000-0000-0000-0000-000000000000}"/>
          </ac:spMkLst>
        </pc:spChg>
        <pc:spChg chg="mod">
          <ac:chgData name="NUESTRO HOGAR" userId="2d0b7828e6ba7446" providerId="LiveId" clId="{0AE19CFF-2657-495A-8665-8ED3A8805070}" dt="2026-05-12T13:02:31.349" v="1405" actId="20577"/>
          <ac:spMkLst>
            <pc:docMk/>
            <pc:sldMk cId="0" sldId="261"/>
            <ac:spMk id="13" creationId="{00000000-0000-0000-0000-000000000000}"/>
          </ac:spMkLst>
        </pc:spChg>
        <pc:spChg chg="mod">
          <ac:chgData name="NUESTRO HOGAR" userId="2d0b7828e6ba7446" providerId="LiveId" clId="{0AE19CFF-2657-495A-8665-8ED3A8805070}" dt="2026-05-12T13:03:08.832" v="1432" actId="20577"/>
          <ac:spMkLst>
            <pc:docMk/>
            <pc:sldMk cId="0" sldId="261"/>
            <ac:spMk id="16" creationId="{00000000-0000-0000-0000-000000000000}"/>
          </ac:spMkLst>
        </pc:spChg>
        <pc:spChg chg="mod">
          <ac:chgData name="NUESTRO HOGAR" userId="2d0b7828e6ba7446" providerId="LiveId" clId="{0AE19CFF-2657-495A-8665-8ED3A8805070}" dt="2026-05-12T13:03:40.288" v="1552" actId="20577"/>
          <ac:spMkLst>
            <pc:docMk/>
            <pc:sldMk cId="0" sldId="261"/>
            <ac:spMk id="17" creationId="{00000000-0000-0000-0000-000000000000}"/>
          </ac:spMkLst>
        </pc:spChg>
        <pc:spChg chg="del">
          <ac:chgData name="NUESTRO HOGAR" userId="2d0b7828e6ba7446" providerId="LiveId" clId="{0AE19CFF-2657-495A-8665-8ED3A8805070}" dt="2026-05-12T13:03:42.715" v="1553" actId="478"/>
          <ac:spMkLst>
            <pc:docMk/>
            <pc:sldMk cId="0" sldId="261"/>
            <ac:spMk id="18" creationId="{00000000-0000-0000-0000-000000000000}"/>
          </ac:spMkLst>
        </pc:spChg>
        <pc:spChg chg="del">
          <ac:chgData name="NUESTRO HOGAR" userId="2d0b7828e6ba7446" providerId="LiveId" clId="{0AE19CFF-2657-495A-8665-8ED3A8805070}" dt="2026-05-12T13:03:50.848" v="1558" actId="478"/>
          <ac:spMkLst>
            <pc:docMk/>
            <pc:sldMk cId="0" sldId="261"/>
            <ac:spMk id="19" creationId="{00000000-0000-0000-0000-000000000000}"/>
          </ac:spMkLst>
        </pc:spChg>
        <pc:spChg chg="del mod">
          <ac:chgData name="NUESTRO HOGAR" userId="2d0b7828e6ba7446" providerId="LiveId" clId="{0AE19CFF-2657-495A-8665-8ED3A8805070}" dt="2026-05-12T13:03:48.863" v="1556" actId="478"/>
          <ac:spMkLst>
            <pc:docMk/>
            <pc:sldMk cId="0" sldId="261"/>
            <ac:spMk id="20" creationId="{00000000-0000-0000-0000-000000000000}"/>
          </ac:spMkLst>
        </pc:spChg>
        <pc:spChg chg="del">
          <ac:chgData name="NUESTRO HOGAR" userId="2d0b7828e6ba7446" providerId="LiveId" clId="{0AE19CFF-2657-495A-8665-8ED3A8805070}" dt="2026-05-12T13:03:49.677" v="1557" actId="478"/>
          <ac:spMkLst>
            <pc:docMk/>
            <pc:sldMk cId="0" sldId="261"/>
            <ac:spMk id="21" creationId="{00000000-0000-0000-0000-000000000000}"/>
          </ac:spMkLst>
        </pc:spChg>
        <pc:spChg chg="del">
          <ac:chgData name="NUESTRO HOGAR" userId="2d0b7828e6ba7446" providerId="LiveId" clId="{0AE19CFF-2657-495A-8665-8ED3A8805070}" dt="2026-05-12T13:03:52.216" v="1560" actId="478"/>
          <ac:spMkLst>
            <pc:docMk/>
            <pc:sldMk cId="0" sldId="261"/>
            <ac:spMk id="22" creationId="{00000000-0000-0000-0000-000000000000}"/>
          </ac:spMkLst>
        </pc:spChg>
        <pc:spChg chg="del">
          <ac:chgData name="NUESTRO HOGAR" userId="2d0b7828e6ba7446" providerId="LiveId" clId="{0AE19CFF-2657-495A-8665-8ED3A8805070}" dt="2026-05-12T13:03:51.593" v="1559" actId="478"/>
          <ac:spMkLst>
            <pc:docMk/>
            <pc:sldMk cId="0" sldId="261"/>
            <ac:spMk id="23" creationId="{00000000-0000-0000-0000-000000000000}"/>
          </ac:spMkLst>
        </pc:spChg>
        <pc:spChg chg="add del">
          <ac:chgData name="NUESTRO HOGAR" userId="2d0b7828e6ba7446" providerId="LiveId" clId="{0AE19CFF-2657-495A-8665-8ED3A8805070}" dt="2026-05-12T13:27:35.782" v="1573" actId="478"/>
          <ac:spMkLst>
            <pc:docMk/>
            <pc:sldMk cId="0" sldId="261"/>
            <ac:spMk id="24" creationId="{00000000-0000-0000-0000-000000000000}"/>
          </ac:spMkLst>
        </pc:spChg>
        <pc:spChg chg="add del">
          <ac:chgData name="NUESTRO HOGAR" userId="2d0b7828e6ba7446" providerId="LiveId" clId="{0AE19CFF-2657-495A-8665-8ED3A8805070}" dt="2026-05-12T13:27:34.903" v="1572" actId="478"/>
          <ac:spMkLst>
            <pc:docMk/>
            <pc:sldMk cId="0" sldId="261"/>
            <ac:spMk id="25" creationId="{00000000-0000-0000-0000-000000000000}"/>
          </ac:spMkLst>
        </pc:spChg>
        <pc:spChg chg="add mod">
          <ac:chgData name="NUESTRO HOGAR" userId="2d0b7828e6ba7446" providerId="LiveId" clId="{0AE19CFF-2657-495A-8665-8ED3A8805070}" dt="2026-05-12T13:27:48.522" v="1630" actId="20577"/>
          <ac:spMkLst>
            <pc:docMk/>
            <pc:sldMk cId="0" sldId="261"/>
            <ac:spMk id="34" creationId="{20B598B0-EE65-9520-66E6-57E2318686C6}"/>
          </ac:spMkLst>
        </pc:spChg>
        <pc:picChg chg="del">
          <ac:chgData name="NUESTRO HOGAR" userId="2d0b7828e6ba7446" providerId="LiveId" clId="{0AE19CFF-2657-495A-8665-8ED3A8805070}" dt="2026-05-11T00:10:18.976" v="25" actId="478"/>
          <ac:picMkLst>
            <pc:docMk/>
            <pc:sldMk cId="0" sldId="261"/>
            <ac:picMk id="4" creationId="{00000000-0000-0000-0000-000000000000}"/>
          </ac:picMkLst>
        </pc:picChg>
        <pc:picChg chg="add del mod">
          <ac:chgData name="NUESTRO HOGAR" userId="2d0b7828e6ba7446" providerId="LiveId" clId="{0AE19CFF-2657-495A-8665-8ED3A8805070}" dt="2026-05-12T12:38:43.978" v="785" actId="478"/>
          <ac:picMkLst>
            <pc:docMk/>
            <pc:sldMk cId="0" sldId="261"/>
            <ac:picMk id="27" creationId="{5F9D3556-0EA6-5BCC-7B9E-91860509185A}"/>
          </ac:picMkLst>
        </pc:picChg>
        <pc:picChg chg="add del mod">
          <ac:chgData name="NUESTRO HOGAR" userId="2d0b7828e6ba7446" providerId="LiveId" clId="{0AE19CFF-2657-495A-8665-8ED3A8805070}" dt="2026-05-12T12:39:36.303" v="798" actId="478"/>
          <ac:picMkLst>
            <pc:docMk/>
            <pc:sldMk cId="0" sldId="261"/>
            <ac:picMk id="28" creationId="{8964862E-C15A-DE76-996C-DC3BE0836AB0}"/>
          </ac:picMkLst>
        </pc:picChg>
        <pc:picChg chg="add del mod">
          <ac:chgData name="NUESTRO HOGAR" userId="2d0b7828e6ba7446" providerId="LiveId" clId="{0AE19CFF-2657-495A-8665-8ED3A8805070}" dt="2026-05-12T12:40:43.173" v="811" actId="478"/>
          <ac:picMkLst>
            <pc:docMk/>
            <pc:sldMk cId="0" sldId="261"/>
            <ac:picMk id="30" creationId="{323F81FB-67F9-DC9A-20A8-BE2E988A725C}"/>
          </ac:picMkLst>
        </pc:picChg>
        <pc:picChg chg="add del mod">
          <ac:chgData name="NUESTRO HOGAR" userId="2d0b7828e6ba7446" providerId="LiveId" clId="{0AE19CFF-2657-495A-8665-8ED3A8805070}" dt="2026-05-12T12:39:32.867" v="797" actId="478"/>
          <ac:picMkLst>
            <pc:docMk/>
            <pc:sldMk cId="0" sldId="261"/>
            <ac:picMk id="31" creationId="{DFBFA7E0-93AF-2046-936B-A8F1A9453B97}"/>
          </ac:picMkLst>
        </pc:picChg>
        <pc:picChg chg="add mod">
          <ac:chgData name="NUESTRO HOGAR" userId="2d0b7828e6ba7446" providerId="LiveId" clId="{0AE19CFF-2657-495A-8665-8ED3A8805070}" dt="2026-05-12T12:40:57.229" v="816" actId="1076"/>
          <ac:picMkLst>
            <pc:docMk/>
            <pc:sldMk cId="0" sldId="261"/>
            <ac:picMk id="33" creationId="{3383FB77-AFF9-D051-1D68-329545A5E829}"/>
          </ac:picMkLst>
        </pc:picChg>
      </pc:sldChg>
      <pc:sldChg chg="addSp delSp modSp del mod">
        <pc:chgData name="NUESTRO HOGAR" userId="2d0b7828e6ba7446" providerId="LiveId" clId="{0AE19CFF-2657-495A-8665-8ED3A8805070}" dt="2026-05-11T00:10:33.640" v="27" actId="2696"/>
        <pc:sldMkLst>
          <pc:docMk/>
          <pc:sldMk cId="0" sldId="262"/>
        </pc:sldMkLst>
        <pc:picChg chg="add mod">
          <ac:chgData name="NUESTRO HOGAR" userId="2d0b7828e6ba7446" providerId="LiveId" clId="{0AE19CFF-2657-495A-8665-8ED3A8805070}" dt="2026-05-11T00:09:40.866" v="24" actId="14100"/>
          <ac:picMkLst>
            <pc:docMk/>
            <pc:sldMk cId="0" sldId="262"/>
            <ac:picMk id="38" creationId="{2F4675B5-4A63-E034-65D8-05F465A365CA}"/>
          </ac:picMkLst>
        </pc:picChg>
      </pc:sldChg>
      <pc:sldChg chg="del">
        <pc:chgData name="NUESTRO HOGAR" userId="2d0b7828e6ba7446" providerId="LiveId" clId="{0AE19CFF-2657-495A-8665-8ED3A8805070}" dt="2026-05-11T03:35:20.559" v="148" actId="2696"/>
        <pc:sldMkLst>
          <pc:docMk/>
          <pc:sldMk cId="0" sldId="263"/>
        </pc:sldMkLst>
      </pc:sldChg>
      <pc:sldChg chg="addSp delSp modSp mod">
        <pc:chgData name="NUESTRO HOGAR" userId="2d0b7828e6ba7446" providerId="LiveId" clId="{0AE19CFF-2657-495A-8665-8ED3A8805070}" dt="2026-05-12T03:28:17.137" v="488" actId="20577"/>
        <pc:sldMkLst>
          <pc:docMk/>
          <pc:sldMk cId="0" sldId="264"/>
        </pc:sldMkLst>
        <pc:spChg chg="mod">
          <ac:chgData name="NUESTRO HOGAR" userId="2d0b7828e6ba7446" providerId="LiveId" clId="{0AE19CFF-2657-495A-8665-8ED3A8805070}" dt="2026-05-12T03:28:17.137" v="488" actId="20577"/>
          <ac:spMkLst>
            <pc:docMk/>
            <pc:sldMk cId="0" sldId="264"/>
            <ac:spMk id="3" creationId="{00000000-0000-0000-0000-000000000000}"/>
          </ac:spMkLst>
        </pc:spChg>
        <pc:picChg chg="del">
          <ac:chgData name="NUESTRO HOGAR" userId="2d0b7828e6ba7446" providerId="LiveId" clId="{0AE19CFF-2657-495A-8665-8ED3A8805070}" dt="2026-05-11T00:11:04.918" v="28" actId="478"/>
          <ac:picMkLst>
            <pc:docMk/>
            <pc:sldMk cId="0" sldId="264"/>
            <ac:picMk id="4" creationId="{00000000-0000-0000-0000-000000000000}"/>
          </ac:picMkLst>
        </pc:picChg>
        <pc:picChg chg="add mod">
          <ac:chgData name="NUESTRO HOGAR" userId="2d0b7828e6ba7446" providerId="LiveId" clId="{0AE19CFF-2657-495A-8665-8ED3A8805070}" dt="2026-05-12T01:54:38.650" v="373" actId="14100"/>
          <ac:picMkLst>
            <pc:docMk/>
            <pc:sldMk cId="0" sldId="264"/>
            <ac:picMk id="6" creationId="{E60023A7-58C8-E996-A9BF-5E2F66B7C06C}"/>
          </ac:picMkLst>
        </pc:picChg>
        <pc:picChg chg="add del mod">
          <ac:chgData name="NUESTRO HOGAR" userId="2d0b7828e6ba7446" providerId="LiveId" clId="{0AE19CFF-2657-495A-8665-8ED3A8805070}" dt="2026-05-12T01:38:26.810" v="327" actId="478"/>
          <ac:picMkLst>
            <pc:docMk/>
            <pc:sldMk cId="0" sldId="264"/>
            <ac:picMk id="7" creationId="{8F43C26D-CA3E-C71F-7BA6-5E6163359F7F}"/>
          </ac:picMkLst>
        </pc:picChg>
      </pc:sldChg>
      <pc:sldChg chg="addSp delSp modSp mod">
        <pc:chgData name="NUESTRO HOGAR" userId="2d0b7828e6ba7446" providerId="LiveId" clId="{0AE19CFF-2657-495A-8665-8ED3A8805070}" dt="2026-05-12T03:23:35.417" v="466" actId="20577"/>
        <pc:sldMkLst>
          <pc:docMk/>
          <pc:sldMk cId="0" sldId="265"/>
        </pc:sldMkLst>
        <pc:spChg chg="mod">
          <ac:chgData name="NUESTRO HOGAR" userId="2d0b7828e6ba7446" providerId="LiveId" clId="{0AE19CFF-2657-495A-8665-8ED3A8805070}" dt="2026-05-12T03:23:04.049" v="437" actId="20577"/>
          <ac:spMkLst>
            <pc:docMk/>
            <pc:sldMk cId="0" sldId="265"/>
            <ac:spMk id="24" creationId="{00000000-0000-0000-0000-000000000000}"/>
          </ac:spMkLst>
        </pc:spChg>
        <pc:spChg chg="mod">
          <ac:chgData name="NUESTRO HOGAR" userId="2d0b7828e6ba7446" providerId="LiveId" clId="{0AE19CFF-2657-495A-8665-8ED3A8805070}" dt="2026-05-12T03:23:35.417" v="466" actId="20577"/>
          <ac:spMkLst>
            <pc:docMk/>
            <pc:sldMk cId="0" sldId="265"/>
            <ac:spMk id="25" creationId="{00000000-0000-0000-0000-000000000000}"/>
          </ac:spMkLst>
        </pc:spChg>
        <pc:picChg chg="del">
          <ac:chgData name="NUESTRO HOGAR" userId="2d0b7828e6ba7446" providerId="LiveId" clId="{0AE19CFF-2657-495A-8665-8ED3A8805070}" dt="2026-05-11T00:11:26.934" v="35" actId="478"/>
          <ac:picMkLst>
            <pc:docMk/>
            <pc:sldMk cId="0" sldId="265"/>
            <ac:picMk id="4" creationId="{00000000-0000-0000-0000-000000000000}"/>
          </ac:picMkLst>
        </pc:picChg>
        <pc:picChg chg="add mod">
          <ac:chgData name="NUESTRO HOGAR" userId="2d0b7828e6ba7446" providerId="LiveId" clId="{0AE19CFF-2657-495A-8665-8ED3A8805070}" dt="2026-05-12T01:41:36.563" v="334" actId="1076"/>
          <ac:picMkLst>
            <pc:docMk/>
            <pc:sldMk cId="0" sldId="265"/>
            <ac:picMk id="31" creationId="{7CEB4B0A-FAE5-3759-B316-0B0347581CD5}"/>
          </ac:picMkLst>
        </pc:picChg>
        <pc:picChg chg="add del mod">
          <ac:chgData name="NUESTRO HOGAR" userId="2d0b7828e6ba7446" providerId="LiveId" clId="{0AE19CFF-2657-495A-8665-8ED3A8805070}" dt="2026-05-12T01:24:43.881" v="324" actId="478"/>
          <ac:picMkLst>
            <pc:docMk/>
            <pc:sldMk cId="0" sldId="265"/>
            <ac:picMk id="32" creationId="{A1770FA6-E892-043C-28D8-585677499572}"/>
          </ac:picMkLst>
        </pc:picChg>
      </pc:sldChg>
      <pc:sldChg chg="addSp delSp modSp mod">
        <pc:chgData name="NUESTRO HOGAR" userId="2d0b7828e6ba7446" providerId="LiveId" clId="{0AE19CFF-2657-495A-8665-8ED3A8805070}" dt="2026-05-12T01:54:29.858" v="372" actId="14100"/>
        <pc:sldMkLst>
          <pc:docMk/>
          <pc:sldMk cId="0" sldId="266"/>
        </pc:sldMkLst>
        <pc:picChg chg="del">
          <ac:chgData name="NUESTRO HOGAR" userId="2d0b7828e6ba7446" providerId="LiveId" clId="{0AE19CFF-2657-495A-8665-8ED3A8805070}" dt="2026-05-11T00:11:53.644" v="43" actId="478"/>
          <ac:picMkLst>
            <pc:docMk/>
            <pc:sldMk cId="0" sldId="266"/>
            <ac:picMk id="4" creationId="{00000000-0000-0000-0000-000000000000}"/>
          </ac:picMkLst>
        </pc:picChg>
        <pc:picChg chg="del">
          <ac:chgData name="NUESTRO HOGAR" userId="2d0b7828e6ba7446" providerId="LiveId" clId="{0AE19CFF-2657-495A-8665-8ED3A8805070}" dt="2026-05-11T00:12:07.129" v="51" actId="478"/>
          <ac:picMkLst>
            <pc:docMk/>
            <pc:sldMk cId="0" sldId="266"/>
            <ac:picMk id="5" creationId="{00000000-0000-0000-0000-000000000000}"/>
          </ac:picMkLst>
        </pc:picChg>
        <pc:picChg chg="add del">
          <ac:chgData name="NUESTRO HOGAR" userId="2d0b7828e6ba7446" providerId="LiveId" clId="{0AE19CFF-2657-495A-8665-8ED3A8805070}" dt="2026-05-12T01:20:41.311" v="319" actId="22"/>
          <ac:picMkLst>
            <pc:docMk/>
            <pc:sldMk cId="0" sldId="266"/>
            <ac:picMk id="5" creationId="{65EC6447-96ED-BE08-DAFF-8774775E1C96}"/>
          </ac:picMkLst>
        </pc:picChg>
        <pc:picChg chg="add del mod">
          <ac:chgData name="NUESTRO HOGAR" userId="2d0b7828e6ba7446" providerId="LiveId" clId="{0AE19CFF-2657-495A-8665-8ED3A8805070}" dt="2026-05-12T01:45:00.943" v="335" actId="478"/>
          <ac:picMkLst>
            <pc:docMk/>
            <pc:sldMk cId="0" sldId="266"/>
            <ac:picMk id="8" creationId="{710FC9BA-EB63-2BF1-9CDD-DEB02F94B802}"/>
          </ac:picMkLst>
        </pc:picChg>
        <pc:picChg chg="add mod">
          <ac:chgData name="NUESTRO HOGAR" userId="2d0b7828e6ba7446" providerId="LiveId" clId="{0AE19CFF-2657-495A-8665-8ED3A8805070}" dt="2026-05-12T01:54:29.858" v="372" actId="14100"/>
          <ac:picMkLst>
            <pc:docMk/>
            <pc:sldMk cId="0" sldId="266"/>
            <ac:picMk id="9" creationId="{8799E180-88C8-EDAA-7B2D-277A1EED4BF8}"/>
          </ac:picMkLst>
        </pc:picChg>
        <pc:picChg chg="add del mod">
          <ac:chgData name="NUESTRO HOGAR" userId="2d0b7828e6ba7446" providerId="LiveId" clId="{0AE19CFF-2657-495A-8665-8ED3A8805070}" dt="2026-05-12T01:45:28.906" v="344" actId="478"/>
          <ac:picMkLst>
            <pc:docMk/>
            <pc:sldMk cId="0" sldId="266"/>
            <ac:picMk id="10" creationId="{05FE233E-68A4-C4C6-6D4E-CBDEA6301EBD}"/>
          </ac:picMkLst>
        </pc:picChg>
        <pc:picChg chg="add mod">
          <ac:chgData name="NUESTRO HOGAR" userId="2d0b7828e6ba7446" providerId="LiveId" clId="{0AE19CFF-2657-495A-8665-8ED3A8805070}" dt="2026-05-12T01:54:25.889" v="371" actId="1076"/>
          <ac:picMkLst>
            <pc:docMk/>
            <pc:sldMk cId="0" sldId="266"/>
            <ac:picMk id="12" creationId="{2104EA8C-FB2B-B315-19B3-0E896B620CA2}"/>
          </ac:picMkLst>
        </pc:picChg>
      </pc:sldChg>
      <pc:sldChg chg="addSp delSp modSp mod">
        <pc:chgData name="NUESTRO HOGAR" userId="2d0b7828e6ba7446" providerId="LiveId" clId="{0AE19CFF-2657-495A-8665-8ED3A8805070}" dt="2026-05-12T01:20:50.125" v="323" actId="1076"/>
        <pc:sldMkLst>
          <pc:docMk/>
          <pc:sldMk cId="0" sldId="267"/>
        </pc:sldMkLst>
        <pc:picChg chg="del">
          <ac:chgData name="NUESTRO HOGAR" userId="2d0b7828e6ba7446" providerId="LiveId" clId="{0AE19CFF-2657-495A-8665-8ED3A8805070}" dt="2026-05-11T00:13:16.667" v="71" actId="478"/>
          <ac:picMkLst>
            <pc:docMk/>
            <pc:sldMk cId="0" sldId="267"/>
            <ac:picMk id="4" creationId="{00000000-0000-0000-0000-000000000000}"/>
          </ac:picMkLst>
        </pc:picChg>
        <pc:picChg chg="add mod">
          <ac:chgData name="NUESTRO HOGAR" userId="2d0b7828e6ba7446" providerId="LiveId" clId="{0AE19CFF-2657-495A-8665-8ED3A8805070}" dt="2026-05-12T01:20:50.125" v="323" actId="1076"/>
          <ac:picMkLst>
            <pc:docMk/>
            <pc:sldMk cId="0" sldId="267"/>
            <ac:picMk id="6" creationId="{551BD7AE-5541-C74B-1478-EB07995B2A0F}"/>
          </ac:picMkLst>
        </pc:picChg>
        <pc:picChg chg="add del mod">
          <ac:chgData name="NUESTRO HOGAR" userId="2d0b7828e6ba7446" providerId="LiveId" clId="{0AE19CFF-2657-495A-8665-8ED3A8805070}" dt="2026-05-12T01:20:44.261" v="321" actId="478"/>
          <ac:picMkLst>
            <pc:docMk/>
            <pc:sldMk cId="0" sldId="267"/>
            <ac:picMk id="7" creationId="{2A4B44CD-BB78-B22A-FA08-57FBF66B1761}"/>
          </ac:picMkLst>
        </pc:picChg>
      </pc:sldChg>
      <pc:sldChg chg="addSp delSp modSp mod">
        <pc:chgData name="NUESTRO HOGAR" userId="2d0b7828e6ba7446" providerId="LiveId" clId="{0AE19CFF-2657-495A-8665-8ED3A8805070}" dt="2026-05-12T15:27:49.566" v="1631" actId="478"/>
        <pc:sldMkLst>
          <pc:docMk/>
          <pc:sldMk cId="0" sldId="268"/>
        </pc:sldMkLst>
        <pc:spChg chg="add del mod">
          <ac:chgData name="NUESTRO HOGAR" userId="2d0b7828e6ba7446" providerId="LiveId" clId="{0AE19CFF-2657-495A-8665-8ED3A8805070}" dt="2026-05-12T11:34:36.961" v="712" actId="478"/>
          <ac:spMkLst>
            <pc:docMk/>
            <pc:sldMk cId="0" sldId="268"/>
            <ac:spMk id="4" creationId="{81B8F47B-C8BD-9CA3-4C36-EBA2B2C8991B}"/>
          </ac:spMkLst>
        </pc:spChg>
        <pc:spChg chg="mod">
          <ac:chgData name="NUESTRO HOGAR" userId="2d0b7828e6ba7446" providerId="LiveId" clId="{0AE19CFF-2657-495A-8665-8ED3A8805070}" dt="2026-05-12T11:21:18.555" v="525" actId="20577"/>
          <ac:spMkLst>
            <pc:docMk/>
            <pc:sldMk cId="0" sldId="268"/>
            <ac:spMk id="9" creationId="{00000000-0000-0000-0000-000000000000}"/>
          </ac:spMkLst>
        </pc:spChg>
        <pc:spChg chg="mod">
          <ac:chgData name="NUESTRO HOGAR" userId="2d0b7828e6ba7446" providerId="LiveId" clId="{0AE19CFF-2657-495A-8665-8ED3A8805070}" dt="2026-05-12T11:23:56.669" v="592" actId="6549"/>
          <ac:spMkLst>
            <pc:docMk/>
            <pc:sldMk cId="0" sldId="268"/>
            <ac:spMk id="10" creationId="{00000000-0000-0000-0000-000000000000}"/>
          </ac:spMkLst>
        </pc:spChg>
        <pc:spChg chg="add del">
          <ac:chgData name="NUESTRO HOGAR" userId="2d0b7828e6ba7446" providerId="LiveId" clId="{0AE19CFF-2657-495A-8665-8ED3A8805070}" dt="2026-05-12T11:27:29.301" v="638" actId="478"/>
          <ac:spMkLst>
            <pc:docMk/>
            <pc:sldMk cId="0" sldId="268"/>
            <ac:spMk id="11" creationId="{00000000-0000-0000-0000-000000000000}"/>
          </ac:spMkLst>
        </pc:spChg>
        <pc:spChg chg="add del">
          <ac:chgData name="NUESTRO HOGAR" userId="2d0b7828e6ba7446" providerId="LiveId" clId="{0AE19CFF-2657-495A-8665-8ED3A8805070}" dt="2026-05-12T11:27:28.623" v="635" actId="478"/>
          <ac:spMkLst>
            <pc:docMk/>
            <pc:sldMk cId="0" sldId="268"/>
            <ac:spMk id="12" creationId="{00000000-0000-0000-0000-000000000000}"/>
          </ac:spMkLst>
        </pc:spChg>
        <pc:spChg chg="add del mod">
          <ac:chgData name="NUESTRO HOGAR" userId="2d0b7828e6ba7446" providerId="LiveId" clId="{0AE19CFF-2657-495A-8665-8ED3A8805070}" dt="2026-05-12T11:32:45.332" v="654" actId="20577"/>
          <ac:spMkLst>
            <pc:docMk/>
            <pc:sldMk cId="0" sldId="268"/>
            <ac:spMk id="13" creationId="{00000000-0000-0000-0000-000000000000}"/>
          </ac:spMkLst>
        </pc:spChg>
        <pc:spChg chg="add del mod">
          <ac:chgData name="NUESTRO HOGAR" userId="2d0b7828e6ba7446" providerId="LiveId" clId="{0AE19CFF-2657-495A-8665-8ED3A8805070}" dt="2026-05-12T11:32:54.904" v="670" actId="20577"/>
          <ac:spMkLst>
            <pc:docMk/>
            <pc:sldMk cId="0" sldId="268"/>
            <ac:spMk id="14" creationId="{00000000-0000-0000-0000-000000000000}"/>
          </ac:spMkLst>
        </pc:spChg>
        <pc:spChg chg="mod">
          <ac:chgData name="NUESTRO HOGAR" userId="2d0b7828e6ba7446" providerId="LiveId" clId="{0AE19CFF-2657-495A-8665-8ED3A8805070}" dt="2026-05-12T11:23:52.252" v="584" actId="20577"/>
          <ac:spMkLst>
            <pc:docMk/>
            <pc:sldMk cId="0" sldId="268"/>
            <ac:spMk id="15" creationId="{00000000-0000-0000-0000-000000000000}"/>
          </ac:spMkLst>
        </pc:spChg>
        <pc:spChg chg="mod">
          <ac:chgData name="NUESTRO HOGAR" userId="2d0b7828e6ba7446" providerId="LiveId" clId="{0AE19CFF-2657-495A-8665-8ED3A8805070}" dt="2026-05-12T11:22:00.495" v="541" actId="20577"/>
          <ac:spMkLst>
            <pc:docMk/>
            <pc:sldMk cId="0" sldId="268"/>
            <ac:spMk id="19" creationId="{00000000-0000-0000-0000-000000000000}"/>
          </ac:spMkLst>
        </pc:spChg>
        <pc:spChg chg="mod">
          <ac:chgData name="NUESTRO HOGAR" userId="2d0b7828e6ba7446" providerId="LiveId" clId="{0AE19CFF-2657-495A-8665-8ED3A8805070}" dt="2026-05-12T11:23:47.724" v="576" actId="6549"/>
          <ac:spMkLst>
            <pc:docMk/>
            <pc:sldMk cId="0" sldId="268"/>
            <ac:spMk id="20" creationId="{00000000-0000-0000-0000-000000000000}"/>
          </ac:spMkLst>
        </pc:spChg>
        <pc:spChg chg="mod">
          <ac:chgData name="NUESTRO HOGAR" userId="2d0b7828e6ba7446" providerId="LiveId" clId="{0AE19CFF-2657-495A-8665-8ED3A8805070}" dt="2026-05-12T11:33:18.324" v="677" actId="20577"/>
          <ac:spMkLst>
            <pc:docMk/>
            <pc:sldMk cId="0" sldId="268"/>
            <ac:spMk id="23" creationId="{00000000-0000-0000-0000-000000000000}"/>
          </ac:spMkLst>
        </pc:spChg>
        <pc:spChg chg="mod">
          <ac:chgData name="NUESTRO HOGAR" userId="2d0b7828e6ba7446" providerId="LiveId" clId="{0AE19CFF-2657-495A-8665-8ED3A8805070}" dt="2026-05-12T11:33:37.074" v="693" actId="20577"/>
          <ac:spMkLst>
            <pc:docMk/>
            <pc:sldMk cId="0" sldId="268"/>
            <ac:spMk id="24" creationId="{00000000-0000-0000-0000-000000000000}"/>
          </ac:spMkLst>
        </pc:spChg>
        <pc:spChg chg="mod">
          <ac:chgData name="NUESTRO HOGAR" userId="2d0b7828e6ba7446" providerId="LiveId" clId="{0AE19CFF-2657-495A-8665-8ED3A8805070}" dt="2026-05-12T11:23:39.898" v="568" actId="20577"/>
          <ac:spMkLst>
            <pc:docMk/>
            <pc:sldMk cId="0" sldId="268"/>
            <ac:spMk id="25" creationId="{00000000-0000-0000-0000-000000000000}"/>
          </ac:spMkLst>
        </pc:spChg>
        <pc:spChg chg="mod">
          <ac:chgData name="NUESTRO HOGAR" userId="2d0b7828e6ba7446" providerId="LiveId" clId="{0AE19CFF-2657-495A-8665-8ED3A8805070}" dt="2026-05-12T11:27:37.535" v="642" actId="20577"/>
          <ac:spMkLst>
            <pc:docMk/>
            <pc:sldMk cId="0" sldId="268"/>
            <ac:spMk id="28" creationId="{00000000-0000-0000-0000-000000000000}"/>
          </ac:spMkLst>
        </pc:spChg>
        <pc:spChg chg="mod">
          <ac:chgData name="NUESTRO HOGAR" userId="2d0b7828e6ba7446" providerId="LiveId" clId="{0AE19CFF-2657-495A-8665-8ED3A8805070}" dt="2026-05-12T11:34:10.882" v="706" actId="20577"/>
          <ac:spMkLst>
            <pc:docMk/>
            <pc:sldMk cId="0" sldId="268"/>
            <ac:spMk id="29" creationId="{00000000-0000-0000-0000-000000000000}"/>
          </ac:spMkLst>
        </pc:spChg>
        <pc:spChg chg="del">
          <ac:chgData name="NUESTRO HOGAR" userId="2d0b7828e6ba7446" providerId="LiveId" clId="{0AE19CFF-2657-495A-8665-8ED3A8805070}" dt="2026-05-12T11:23:30.951" v="560" actId="478"/>
          <ac:spMkLst>
            <pc:docMk/>
            <pc:sldMk cId="0" sldId="268"/>
            <ac:spMk id="30" creationId="{00000000-0000-0000-0000-000000000000}"/>
          </ac:spMkLst>
        </pc:spChg>
        <pc:spChg chg="del">
          <ac:chgData name="NUESTRO HOGAR" userId="2d0b7828e6ba7446" providerId="LiveId" clId="{0AE19CFF-2657-495A-8665-8ED3A8805070}" dt="2026-05-12T11:32:31.067" v="647" actId="478"/>
          <ac:spMkLst>
            <pc:docMk/>
            <pc:sldMk cId="0" sldId="268"/>
            <ac:spMk id="31" creationId="{00000000-0000-0000-0000-000000000000}"/>
          </ac:spMkLst>
        </pc:spChg>
        <pc:spChg chg="del">
          <ac:chgData name="NUESTRO HOGAR" userId="2d0b7828e6ba7446" providerId="LiveId" clId="{0AE19CFF-2657-495A-8665-8ED3A8805070}" dt="2026-05-12T11:32:33.283" v="648" actId="478"/>
          <ac:spMkLst>
            <pc:docMk/>
            <pc:sldMk cId="0" sldId="268"/>
            <ac:spMk id="32" creationId="{00000000-0000-0000-0000-000000000000}"/>
          </ac:spMkLst>
        </pc:spChg>
        <pc:spChg chg="del">
          <ac:chgData name="NUESTRO HOGAR" userId="2d0b7828e6ba7446" providerId="LiveId" clId="{0AE19CFF-2657-495A-8665-8ED3A8805070}" dt="2026-05-12T11:32:27.171" v="646" actId="478"/>
          <ac:spMkLst>
            <pc:docMk/>
            <pc:sldMk cId="0" sldId="268"/>
            <ac:spMk id="33" creationId="{00000000-0000-0000-0000-000000000000}"/>
          </ac:spMkLst>
        </pc:spChg>
        <pc:spChg chg="del">
          <ac:chgData name="NUESTRO HOGAR" userId="2d0b7828e6ba7446" providerId="LiveId" clId="{0AE19CFF-2657-495A-8665-8ED3A8805070}" dt="2026-05-12T11:32:27.171" v="646" actId="478"/>
          <ac:spMkLst>
            <pc:docMk/>
            <pc:sldMk cId="0" sldId="268"/>
            <ac:spMk id="34" creationId="{00000000-0000-0000-0000-000000000000}"/>
          </ac:spMkLst>
        </pc:spChg>
        <pc:spChg chg="del">
          <ac:chgData name="NUESTRO HOGAR" userId="2d0b7828e6ba7446" providerId="LiveId" clId="{0AE19CFF-2657-495A-8665-8ED3A8805070}" dt="2026-05-12T11:23:27.055" v="559" actId="478"/>
          <ac:spMkLst>
            <pc:docMk/>
            <pc:sldMk cId="0" sldId="268"/>
            <ac:spMk id="35" creationId="{00000000-0000-0000-0000-000000000000}"/>
          </ac:spMkLst>
        </pc:spChg>
        <pc:spChg chg="del">
          <ac:chgData name="NUESTRO HOGAR" userId="2d0b7828e6ba7446" providerId="LiveId" clId="{0AE19CFF-2657-495A-8665-8ED3A8805070}" dt="2026-05-12T11:32:27.171" v="646" actId="478"/>
          <ac:spMkLst>
            <pc:docMk/>
            <pc:sldMk cId="0" sldId="268"/>
            <ac:spMk id="36" creationId="{00000000-0000-0000-0000-000000000000}"/>
          </ac:spMkLst>
        </pc:spChg>
        <pc:spChg chg="del">
          <ac:chgData name="NUESTRO HOGAR" userId="2d0b7828e6ba7446" providerId="LiveId" clId="{0AE19CFF-2657-495A-8665-8ED3A8805070}" dt="2026-05-12T11:32:27.171" v="646" actId="478"/>
          <ac:spMkLst>
            <pc:docMk/>
            <pc:sldMk cId="0" sldId="268"/>
            <ac:spMk id="37" creationId="{00000000-0000-0000-0000-000000000000}"/>
          </ac:spMkLst>
        </pc:spChg>
        <pc:spChg chg="del">
          <ac:chgData name="NUESTRO HOGAR" userId="2d0b7828e6ba7446" providerId="LiveId" clId="{0AE19CFF-2657-495A-8665-8ED3A8805070}" dt="2026-05-12T11:32:22.916" v="645" actId="478"/>
          <ac:spMkLst>
            <pc:docMk/>
            <pc:sldMk cId="0" sldId="268"/>
            <ac:spMk id="38" creationId="{00000000-0000-0000-0000-000000000000}"/>
          </ac:spMkLst>
        </pc:spChg>
        <pc:spChg chg="del">
          <ac:chgData name="NUESTRO HOGAR" userId="2d0b7828e6ba7446" providerId="LiveId" clId="{0AE19CFF-2657-495A-8665-8ED3A8805070}" dt="2026-05-12T11:32:22.916" v="645" actId="478"/>
          <ac:spMkLst>
            <pc:docMk/>
            <pc:sldMk cId="0" sldId="268"/>
            <ac:spMk id="39" creationId="{00000000-0000-0000-0000-000000000000}"/>
          </ac:spMkLst>
        </pc:spChg>
        <pc:spChg chg="del">
          <ac:chgData name="NUESTRO HOGAR" userId="2d0b7828e6ba7446" providerId="LiveId" clId="{0AE19CFF-2657-495A-8665-8ED3A8805070}" dt="2026-05-12T11:23:24.163" v="558" actId="478"/>
          <ac:spMkLst>
            <pc:docMk/>
            <pc:sldMk cId="0" sldId="268"/>
            <ac:spMk id="40" creationId="{00000000-0000-0000-0000-000000000000}"/>
          </ac:spMkLst>
        </pc:spChg>
        <pc:spChg chg="add del">
          <ac:chgData name="NUESTRO HOGAR" userId="2d0b7828e6ba7446" providerId="LiveId" clId="{0AE19CFF-2657-495A-8665-8ED3A8805070}" dt="2026-05-12T11:32:27.171" v="646" actId="478"/>
          <ac:spMkLst>
            <pc:docMk/>
            <pc:sldMk cId="0" sldId="268"/>
            <ac:spMk id="41" creationId="{00000000-0000-0000-0000-000000000000}"/>
          </ac:spMkLst>
        </pc:spChg>
        <pc:spChg chg="del">
          <ac:chgData name="NUESTRO HOGAR" userId="2d0b7828e6ba7446" providerId="LiveId" clId="{0AE19CFF-2657-495A-8665-8ED3A8805070}" dt="2026-05-12T11:32:27.171" v="646" actId="478"/>
          <ac:spMkLst>
            <pc:docMk/>
            <pc:sldMk cId="0" sldId="268"/>
            <ac:spMk id="42" creationId="{00000000-0000-0000-0000-000000000000}"/>
          </ac:spMkLst>
        </pc:spChg>
        <pc:spChg chg="del mod">
          <ac:chgData name="NUESTRO HOGAR" userId="2d0b7828e6ba7446" providerId="LiveId" clId="{0AE19CFF-2657-495A-8665-8ED3A8805070}" dt="2026-05-12T11:32:22.916" v="645" actId="478"/>
          <ac:spMkLst>
            <pc:docMk/>
            <pc:sldMk cId="0" sldId="268"/>
            <ac:spMk id="43" creationId="{00000000-0000-0000-0000-000000000000}"/>
          </ac:spMkLst>
        </pc:spChg>
        <pc:spChg chg="del mod">
          <ac:chgData name="NUESTRO HOGAR" userId="2d0b7828e6ba7446" providerId="LiveId" clId="{0AE19CFF-2657-495A-8665-8ED3A8805070}" dt="2026-05-12T11:32:22.916" v="645" actId="478"/>
          <ac:spMkLst>
            <pc:docMk/>
            <pc:sldMk cId="0" sldId="268"/>
            <ac:spMk id="44" creationId="{00000000-0000-0000-0000-000000000000}"/>
          </ac:spMkLst>
        </pc:spChg>
        <pc:spChg chg="del">
          <ac:chgData name="NUESTRO HOGAR" userId="2d0b7828e6ba7446" providerId="LiveId" clId="{0AE19CFF-2657-495A-8665-8ED3A8805070}" dt="2026-05-12T11:23:18.622" v="557" actId="478"/>
          <ac:spMkLst>
            <pc:docMk/>
            <pc:sldMk cId="0" sldId="268"/>
            <ac:spMk id="45" creationId="{00000000-0000-0000-0000-000000000000}"/>
          </ac:spMkLst>
        </pc:spChg>
        <pc:spChg chg="del">
          <ac:chgData name="NUESTRO HOGAR" userId="2d0b7828e6ba7446" providerId="LiveId" clId="{0AE19CFF-2657-495A-8665-8ED3A8805070}" dt="2026-05-12T15:27:49.566" v="1631" actId="478"/>
          <ac:spMkLst>
            <pc:docMk/>
            <pc:sldMk cId="0" sldId="268"/>
            <ac:spMk id="46" creationId="{00000000-0000-0000-0000-000000000000}"/>
          </ac:spMkLst>
        </pc:spChg>
        <pc:spChg chg="add del mod">
          <ac:chgData name="NUESTRO HOGAR" userId="2d0b7828e6ba7446" providerId="LiveId" clId="{0AE19CFF-2657-495A-8665-8ED3A8805070}" dt="2026-05-12T11:34:35.425" v="711" actId="478"/>
          <ac:spMkLst>
            <pc:docMk/>
            <pc:sldMk cId="0" sldId="268"/>
            <ac:spMk id="48" creationId="{34F2644F-E734-97DE-75C7-00E538A9D0C1}"/>
          </ac:spMkLst>
        </pc:spChg>
        <pc:spChg chg="add mod">
          <ac:chgData name="NUESTRO HOGAR" userId="2d0b7828e6ba7446" providerId="LiveId" clId="{0AE19CFF-2657-495A-8665-8ED3A8805070}" dt="2026-05-12T11:34:47.615" v="714" actId="1076"/>
          <ac:spMkLst>
            <pc:docMk/>
            <pc:sldMk cId="0" sldId="268"/>
            <ac:spMk id="50" creationId="{DEA66237-1D9C-A7C9-2E37-57C27FB6A231}"/>
          </ac:spMkLst>
        </pc:spChg>
        <pc:spChg chg="add mod">
          <ac:chgData name="NUESTRO HOGAR" userId="2d0b7828e6ba7446" providerId="LiveId" clId="{0AE19CFF-2657-495A-8665-8ED3A8805070}" dt="2026-05-12T11:34:47.615" v="714" actId="1076"/>
          <ac:spMkLst>
            <pc:docMk/>
            <pc:sldMk cId="0" sldId="268"/>
            <ac:spMk id="51" creationId="{44BACFD9-0C08-29AA-0294-615A1A711430}"/>
          </ac:spMkLst>
        </pc:spChg>
        <pc:spChg chg="add mod">
          <ac:chgData name="NUESTRO HOGAR" userId="2d0b7828e6ba7446" providerId="LiveId" clId="{0AE19CFF-2657-495A-8665-8ED3A8805070}" dt="2026-05-12T11:35:21.502" v="738" actId="20577"/>
          <ac:spMkLst>
            <pc:docMk/>
            <pc:sldMk cId="0" sldId="268"/>
            <ac:spMk id="52" creationId="{D61A1424-560C-DC38-9201-A0CCC7FF8849}"/>
          </ac:spMkLst>
        </pc:spChg>
        <pc:spChg chg="add mod">
          <ac:chgData name="NUESTRO HOGAR" userId="2d0b7828e6ba7446" providerId="LiveId" clId="{0AE19CFF-2657-495A-8665-8ED3A8805070}" dt="2026-05-12T11:35:31.111" v="754" actId="20577"/>
          <ac:spMkLst>
            <pc:docMk/>
            <pc:sldMk cId="0" sldId="268"/>
            <ac:spMk id="53" creationId="{9A8FF3FC-10D1-65F6-8A87-A0265C30A41F}"/>
          </ac:spMkLst>
        </pc:spChg>
        <pc:picChg chg="del">
          <ac:chgData name="NUESTRO HOGAR" userId="2d0b7828e6ba7446" providerId="LiveId" clId="{0AE19CFF-2657-495A-8665-8ED3A8805070}" dt="2026-05-11T00:13:58.321" v="77" actId="478"/>
          <ac:picMkLst>
            <pc:docMk/>
            <pc:sldMk cId="0" sldId="268"/>
            <ac:picMk id="4" creationId="{00000000-0000-0000-0000-000000000000}"/>
          </ac:picMkLst>
        </pc:picChg>
        <pc:picChg chg="add mod">
          <ac:chgData name="NUESTRO HOGAR" userId="2d0b7828e6ba7446" providerId="LiveId" clId="{0AE19CFF-2657-495A-8665-8ED3A8805070}" dt="2026-05-11T00:14:07.253" v="81" actId="14100"/>
          <ac:picMkLst>
            <pc:docMk/>
            <pc:sldMk cId="0" sldId="268"/>
            <ac:picMk id="49" creationId="{1BC68E91-FA4D-C95A-2932-CA2C42D1F2D0}"/>
          </ac:picMkLst>
        </pc:picChg>
      </pc:sldChg>
      <pc:sldChg chg="del">
        <pc:chgData name="NUESTRO HOGAR" userId="2d0b7828e6ba7446" providerId="LiveId" clId="{0AE19CFF-2657-495A-8665-8ED3A8805070}" dt="2026-05-11T01:08:56.525" v="126" actId="2696"/>
        <pc:sldMkLst>
          <pc:docMk/>
          <pc:sldMk cId="0" sldId="269"/>
        </pc:sldMkLst>
      </pc:sldChg>
      <pc:sldChg chg="addSp delSp modSp mod">
        <pc:chgData name="NUESTRO HOGAR" userId="2d0b7828e6ba7446" providerId="LiveId" clId="{0AE19CFF-2657-495A-8665-8ED3A8805070}" dt="2026-05-12T15:39:37.174" v="1671" actId="6549"/>
        <pc:sldMkLst>
          <pc:docMk/>
          <pc:sldMk cId="0" sldId="270"/>
        </pc:sldMkLst>
        <pc:spChg chg="mod">
          <ac:chgData name="NUESTRO HOGAR" userId="2d0b7828e6ba7446" providerId="LiveId" clId="{0AE19CFF-2657-495A-8665-8ED3A8805070}" dt="2026-05-12T15:39:37.174" v="1671" actId="6549"/>
          <ac:spMkLst>
            <pc:docMk/>
            <pc:sldMk cId="0" sldId="270"/>
            <ac:spMk id="3" creationId="{00000000-0000-0000-0000-000000000000}"/>
          </ac:spMkLst>
        </pc:spChg>
        <pc:picChg chg="del">
          <ac:chgData name="NUESTRO HOGAR" userId="2d0b7828e6ba7446" providerId="LiveId" clId="{0AE19CFF-2657-495A-8665-8ED3A8805070}" dt="2026-05-11T00:14:19.348" v="82" actId="478"/>
          <ac:picMkLst>
            <pc:docMk/>
            <pc:sldMk cId="0" sldId="270"/>
            <ac:picMk id="4" creationId="{00000000-0000-0000-0000-000000000000}"/>
          </ac:picMkLst>
        </pc:picChg>
        <pc:picChg chg="add mod">
          <ac:chgData name="NUESTRO HOGAR" userId="2d0b7828e6ba7446" providerId="LiveId" clId="{0AE19CFF-2657-495A-8665-8ED3A8805070}" dt="2026-05-12T02:53:13.458" v="384" actId="14100"/>
          <ac:picMkLst>
            <pc:docMk/>
            <pc:sldMk cId="0" sldId="270"/>
            <ac:picMk id="6" creationId="{6658DB79-9005-F45A-22B6-A07B4A19E2AE}"/>
          </ac:picMkLst>
        </pc:picChg>
        <pc:picChg chg="add del mod">
          <ac:chgData name="NUESTRO HOGAR" userId="2d0b7828e6ba7446" providerId="LiveId" clId="{0AE19CFF-2657-495A-8665-8ED3A8805070}" dt="2026-05-12T02:49:40.151" v="374" actId="478"/>
          <ac:picMkLst>
            <pc:docMk/>
            <pc:sldMk cId="0" sldId="270"/>
            <ac:picMk id="7" creationId="{5AF2E9A9-75E0-E8C1-17C1-F4D9C6CBD3D5}"/>
          </ac:picMkLst>
        </pc:picChg>
      </pc:sldChg>
      <pc:sldChg chg="addSp delSp modSp mod ord">
        <pc:chgData name="NUESTRO HOGAR" userId="2d0b7828e6ba7446" providerId="LiveId" clId="{0AE19CFF-2657-495A-8665-8ED3A8805070}" dt="2026-05-12T12:30:32.361" v="772" actId="14100"/>
        <pc:sldMkLst>
          <pc:docMk/>
          <pc:sldMk cId="0" sldId="271"/>
        </pc:sldMkLst>
        <pc:picChg chg="del">
          <ac:chgData name="NUESTRO HOGAR" userId="2d0b7828e6ba7446" providerId="LiveId" clId="{0AE19CFF-2657-495A-8665-8ED3A8805070}" dt="2026-05-11T00:18:49.786" v="89" actId="478"/>
          <ac:picMkLst>
            <pc:docMk/>
            <pc:sldMk cId="0" sldId="271"/>
            <ac:picMk id="4" creationId="{00000000-0000-0000-0000-000000000000}"/>
          </ac:picMkLst>
        </pc:picChg>
        <pc:picChg chg="del">
          <ac:chgData name="NUESTRO HOGAR" userId="2d0b7828e6ba7446" providerId="LiveId" clId="{0AE19CFF-2657-495A-8665-8ED3A8805070}" dt="2026-05-11T00:18:48.472" v="88" actId="478"/>
          <ac:picMkLst>
            <pc:docMk/>
            <pc:sldMk cId="0" sldId="271"/>
            <ac:picMk id="5" creationId="{00000000-0000-0000-0000-000000000000}"/>
          </ac:picMkLst>
        </pc:picChg>
        <pc:picChg chg="add del mod">
          <ac:chgData name="NUESTRO HOGAR" userId="2d0b7828e6ba7446" providerId="LiveId" clId="{0AE19CFF-2657-495A-8665-8ED3A8805070}" dt="2026-05-12T12:30:17.914" v="767" actId="478"/>
          <ac:picMkLst>
            <pc:docMk/>
            <pc:sldMk cId="0" sldId="271"/>
            <ac:picMk id="5" creationId="{67E97DD5-B771-76A1-D723-1810BD32A860}"/>
          </ac:picMkLst>
        </pc:picChg>
        <pc:picChg chg="add mod">
          <ac:chgData name="NUESTRO HOGAR" userId="2d0b7828e6ba7446" providerId="LiveId" clId="{0AE19CFF-2657-495A-8665-8ED3A8805070}" dt="2026-05-12T12:30:32.361" v="772" actId="14100"/>
          <ac:picMkLst>
            <pc:docMk/>
            <pc:sldMk cId="0" sldId="271"/>
            <ac:picMk id="8" creationId="{AC2050A7-A3F0-C19B-B4F0-13B2D994FCDD}"/>
          </ac:picMkLst>
        </pc:picChg>
        <pc:picChg chg="add mod">
          <ac:chgData name="NUESTRO HOGAR" userId="2d0b7828e6ba7446" providerId="LiveId" clId="{0AE19CFF-2657-495A-8665-8ED3A8805070}" dt="2026-05-12T12:30:23.910" v="770" actId="1076"/>
          <ac:picMkLst>
            <pc:docMk/>
            <pc:sldMk cId="0" sldId="271"/>
            <ac:picMk id="9" creationId="{C436B81B-855F-B479-D626-14B278D92E93}"/>
          </ac:picMkLst>
        </pc:picChg>
      </pc:sldChg>
      <pc:sldChg chg="modSp del mod">
        <pc:chgData name="NUESTRO HOGAR" userId="2d0b7828e6ba7446" providerId="LiveId" clId="{0AE19CFF-2657-495A-8665-8ED3A8805070}" dt="2026-05-11T03:35:51.505" v="149" actId="2696"/>
        <pc:sldMkLst>
          <pc:docMk/>
          <pc:sldMk cId="0" sldId="272"/>
        </pc:sldMkLst>
        <pc:spChg chg="mod">
          <ac:chgData name="NUESTRO HOGAR" userId="2d0b7828e6ba7446" providerId="LiveId" clId="{0AE19CFF-2657-495A-8665-8ED3A8805070}" dt="2026-05-11T01:10:55.639" v="143" actId="1076"/>
          <ac:spMkLst>
            <pc:docMk/>
            <pc:sldMk cId="0" sldId="272"/>
            <ac:spMk id="6" creationId="{00000000-0000-0000-0000-000000000000}"/>
          </ac:spMkLst>
        </pc:spChg>
      </pc:sldChg>
      <pc:sldChg chg="addSp delSp modSp mod ord">
        <pc:chgData name="NUESTRO HOGAR" userId="2d0b7828e6ba7446" providerId="LiveId" clId="{0AE19CFF-2657-495A-8665-8ED3A8805070}" dt="2026-05-12T02:53:02.542" v="381" actId="1076"/>
        <pc:sldMkLst>
          <pc:docMk/>
          <pc:sldMk cId="0" sldId="273"/>
        </pc:sldMkLst>
        <pc:picChg chg="del">
          <ac:chgData name="NUESTRO HOGAR" userId="2d0b7828e6ba7446" providerId="LiveId" clId="{0AE19CFF-2657-495A-8665-8ED3A8805070}" dt="2026-05-11T00:23:51.287" v="95" actId="478"/>
          <ac:picMkLst>
            <pc:docMk/>
            <pc:sldMk cId="0" sldId="273"/>
            <ac:picMk id="4" creationId="{00000000-0000-0000-0000-000000000000}"/>
          </ac:picMkLst>
        </pc:picChg>
        <pc:picChg chg="add mod">
          <ac:chgData name="NUESTRO HOGAR" userId="2d0b7828e6ba7446" providerId="LiveId" clId="{0AE19CFF-2657-495A-8665-8ED3A8805070}" dt="2026-05-12T02:53:02.542" v="381" actId="1076"/>
          <ac:picMkLst>
            <pc:docMk/>
            <pc:sldMk cId="0" sldId="273"/>
            <ac:picMk id="7" creationId="{40CD9F0C-B6B4-1BC6-491E-92BDD3ECD197}"/>
          </ac:picMkLst>
        </pc:picChg>
        <pc:picChg chg="add del mod">
          <ac:chgData name="NUESTRO HOGAR" userId="2d0b7828e6ba7446" providerId="LiveId" clId="{0AE19CFF-2657-495A-8665-8ED3A8805070}" dt="2026-05-12T02:52:49.791" v="377" actId="478"/>
          <ac:picMkLst>
            <pc:docMk/>
            <pc:sldMk cId="0" sldId="273"/>
            <ac:picMk id="8" creationId="{FFF422E4-D1E3-6D7B-2306-2D4133081213}"/>
          </ac:picMkLst>
        </pc:picChg>
      </pc:sldChg>
      <pc:sldChg chg="addSp delSp modSp mod ord">
        <pc:chgData name="NUESTRO HOGAR" userId="2d0b7828e6ba7446" providerId="LiveId" clId="{0AE19CFF-2657-495A-8665-8ED3A8805070}" dt="2026-05-12T02:54:23.691" v="418" actId="20577"/>
        <pc:sldMkLst>
          <pc:docMk/>
          <pc:sldMk cId="0" sldId="274"/>
        </pc:sldMkLst>
        <pc:spChg chg="mod">
          <ac:chgData name="NUESTRO HOGAR" userId="2d0b7828e6ba7446" providerId="LiveId" clId="{0AE19CFF-2657-495A-8665-8ED3A8805070}" dt="2026-05-12T02:54:23.691" v="418" actId="20577"/>
          <ac:spMkLst>
            <pc:docMk/>
            <pc:sldMk cId="0" sldId="274"/>
            <ac:spMk id="3" creationId="{00000000-0000-0000-0000-000000000000}"/>
          </ac:spMkLst>
        </pc:spChg>
        <pc:spChg chg="del">
          <ac:chgData name="NUESTRO HOGAR" userId="2d0b7828e6ba7446" providerId="LiveId" clId="{0AE19CFF-2657-495A-8665-8ED3A8805070}" dt="2026-05-12T02:54:15.074" v="391" actId="478"/>
          <ac:spMkLst>
            <pc:docMk/>
            <pc:sldMk cId="0" sldId="274"/>
            <ac:spMk id="5" creationId="{00000000-0000-0000-0000-000000000000}"/>
          </ac:spMkLst>
        </pc:spChg>
        <pc:picChg chg="del">
          <ac:chgData name="NUESTRO HOGAR" userId="2d0b7828e6ba7446" providerId="LiveId" clId="{0AE19CFF-2657-495A-8665-8ED3A8805070}" dt="2026-05-11T00:24:17.356" v="100" actId="478"/>
          <ac:picMkLst>
            <pc:docMk/>
            <pc:sldMk cId="0" sldId="274"/>
            <ac:picMk id="4" creationId="{00000000-0000-0000-0000-000000000000}"/>
          </ac:picMkLst>
        </pc:picChg>
        <pc:picChg chg="add mod">
          <ac:chgData name="NUESTRO HOGAR" userId="2d0b7828e6ba7446" providerId="LiveId" clId="{0AE19CFF-2657-495A-8665-8ED3A8805070}" dt="2026-05-12T02:54:12.374" v="390" actId="1076"/>
          <ac:picMkLst>
            <pc:docMk/>
            <pc:sldMk cId="0" sldId="274"/>
            <ac:picMk id="7" creationId="{F8607F7D-3843-836D-F255-993CA791E78F}"/>
          </ac:picMkLst>
        </pc:picChg>
        <pc:picChg chg="add del mod">
          <ac:chgData name="NUESTRO HOGAR" userId="2d0b7828e6ba7446" providerId="LiveId" clId="{0AE19CFF-2657-495A-8665-8ED3A8805070}" dt="2026-05-12T02:53:57.677" v="385" actId="478"/>
          <ac:picMkLst>
            <pc:docMk/>
            <pc:sldMk cId="0" sldId="274"/>
            <ac:picMk id="8" creationId="{EF27BBE6-A670-4215-C2AB-D1356182484A}"/>
          </ac:picMkLst>
        </pc:picChg>
        <pc:picChg chg="add del mod">
          <ac:chgData name="NUESTRO HOGAR" userId="2d0b7828e6ba7446" providerId="LiveId" clId="{0AE19CFF-2657-495A-8665-8ED3A8805070}" dt="2026-05-11T01:06:52.552" v="124" actId="931"/>
          <ac:picMkLst>
            <pc:docMk/>
            <pc:sldMk cId="0" sldId="274"/>
            <ac:picMk id="10" creationId="{2F626EFA-696C-0626-F903-CDDE930AC9AC}"/>
          </ac:picMkLst>
        </pc:picChg>
      </pc:sldChg>
      <pc:sldChg chg="addSp delSp modSp mod">
        <pc:chgData name="NUESTRO HOGAR" userId="2d0b7828e6ba7446" providerId="LiveId" clId="{0AE19CFF-2657-495A-8665-8ED3A8805070}" dt="2026-05-11T00:25:00.151" v="108" actId="1076"/>
        <pc:sldMkLst>
          <pc:docMk/>
          <pc:sldMk cId="0" sldId="275"/>
        </pc:sldMkLst>
        <pc:picChg chg="del">
          <ac:chgData name="NUESTRO HOGAR" userId="2d0b7828e6ba7446" providerId="LiveId" clId="{0AE19CFF-2657-495A-8665-8ED3A8805070}" dt="2026-05-11T00:24:37.482" v="105" actId="478"/>
          <ac:picMkLst>
            <pc:docMk/>
            <pc:sldMk cId="0" sldId="275"/>
            <ac:picMk id="3" creationId="{00000000-0000-0000-0000-000000000000}"/>
          </ac:picMkLst>
        </pc:picChg>
        <pc:picChg chg="add mod">
          <ac:chgData name="NUESTRO HOGAR" userId="2d0b7828e6ba7446" providerId="LiveId" clId="{0AE19CFF-2657-495A-8665-8ED3A8805070}" dt="2026-05-11T00:25:00.151" v="108" actId="1076"/>
          <ac:picMkLst>
            <pc:docMk/>
            <pc:sldMk cId="0" sldId="275"/>
            <ac:picMk id="6" creationId="{287280C2-82D0-FFA5-7CDF-B934482D9B04}"/>
          </ac:picMkLst>
        </pc:picChg>
      </pc:sldChg>
      <pc:sldChg chg="delSp del mod">
        <pc:chgData name="NUESTRO HOGAR" userId="2d0b7828e6ba7446" providerId="LiveId" clId="{0AE19CFF-2657-495A-8665-8ED3A8805070}" dt="2026-05-11T00:52:03.717" v="113" actId="47"/>
        <pc:sldMkLst>
          <pc:docMk/>
          <pc:sldMk cId="0" sldId="276"/>
        </pc:sldMkLst>
        <pc:picChg chg="del">
          <ac:chgData name="NUESTRO HOGAR" userId="2d0b7828e6ba7446" providerId="LiveId" clId="{0AE19CFF-2657-495A-8665-8ED3A8805070}" dt="2026-05-11T00:51:51.730" v="109" actId="478"/>
          <ac:picMkLst>
            <pc:docMk/>
            <pc:sldMk cId="0" sldId="276"/>
            <ac:picMk id="3" creationId="{00000000-0000-0000-0000-000000000000}"/>
          </ac:picMkLst>
        </pc:picChg>
        <pc:picChg chg="del">
          <ac:chgData name="NUESTRO HOGAR" userId="2d0b7828e6ba7446" providerId="LiveId" clId="{0AE19CFF-2657-495A-8665-8ED3A8805070}" dt="2026-05-11T00:51:53.328" v="110" actId="478"/>
          <ac:picMkLst>
            <pc:docMk/>
            <pc:sldMk cId="0" sldId="276"/>
            <ac:picMk id="4" creationId="{00000000-0000-0000-0000-000000000000}"/>
          </ac:picMkLst>
        </pc:picChg>
      </pc:sldChg>
      <pc:sldChg chg="addSp delSp modSp mod ord">
        <pc:chgData name="NUESTRO HOGAR" userId="2d0b7828e6ba7446" providerId="LiveId" clId="{0AE19CFF-2657-495A-8665-8ED3A8805070}" dt="2026-05-11T01:10:47.577" v="142" actId="20577"/>
        <pc:sldMkLst>
          <pc:docMk/>
          <pc:sldMk cId="0" sldId="277"/>
        </pc:sldMkLst>
        <pc:spChg chg="mod">
          <ac:chgData name="NUESTRO HOGAR" userId="2d0b7828e6ba7446" providerId="LiveId" clId="{0AE19CFF-2657-495A-8665-8ED3A8805070}" dt="2026-05-11T01:10:47.577" v="142" actId="20577"/>
          <ac:spMkLst>
            <pc:docMk/>
            <pc:sldMk cId="0" sldId="277"/>
            <ac:spMk id="5" creationId="{00000000-0000-0000-0000-000000000000}"/>
          </ac:spMkLst>
        </pc:spChg>
        <pc:picChg chg="del">
          <ac:chgData name="NUESTRO HOGAR" userId="2d0b7828e6ba7446" providerId="LiveId" clId="{0AE19CFF-2657-495A-8665-8ED3A8805070}" dt="2026-05-11T00:55:47.658" v="114" actId="478"/>
          <ac:picMkLst>
            <pc:docMk/>
            <pc:sldMk cId="0" sldId="277"/>
            <ac:picMk id="3" creationId="{00000000-0000-0000-0000-000000000000}"/>
          </ac:picMkLst>
        </pc:picChg>
        <pc:picChg chg="del">
          <ac:chgData name="NUESTRO HOGAR" userId="2d0b7828e6ba7446" providerId="LiveId" clId="{0AE19CFF-2657-495A-8665-8ED3A8805070}" dt="2026-05-11T00:55:54.260" v="117" actId="478"/>
          <ac:picMkLst>
            <pc:docMk/>
            <pc:sldMk cId="0" sldId="277"/>
            <ac:picMk id="4" creationId="{00000000-0000-0000-0000-000000000000}"/>
          </ac:picMkLst>
        </pc:picChg>
        <pc:picChg chg="add mod">
          <ac:chgData name="NUESTRO HOGAR" userId="2d0b7828e6ba7446" providerId="LiveId" clId="{0AE19CFF-2657-495A-8665-8ED3A8805070}" dt="2026-05-11T01:10:32.749" v="139" actId="14100"/>
          <ac:picMkLst>
            <pc:docMk/>
            <pc:sldMk cId="0" sldId="277"/>
            <ac:picMk id="7" creationId="{290718C7-6B3F-037B-DF91-1D632E7FDFDC}"/>
          </ac:picMkLst>
        </pc:picChg>
        <pc:picChg chg="add mod">
          <ac:chgData name="NUESTRO HOGAR" userId="2d0b7828e6ba7446" providerId="LiveId" clId="{0AE19CFF-2657-495A-8665-8ED3A8805070}" dt="2026-05-11T01:10:35.222" v="140" actId="14100"/>
          <ac:picMkLst>
            <pc:docMk/>
            <pc:sldMk cId="0" sldId="277"/>
            <ac:picMk id="9" creationId="{3CD54356-CF26-529B-3C99-837311AB4DAF}"/>
          </ac:picMkLst>
        </pc:picChg>
      </pc:sldChg>
      <pc:sldChg chg="addSp delSp modSp add del mod ord">
        <pc:chgData name="NUESTRO HOGAR" userId="2d0b7828e6ba7446" providerId="LiveId" clId="{0AE19CFF-2657-495A-8665-8ED3A8805070}" dt="2026-05-12T15:32:44.787" v="1634" actId="2696"/>
        <pc:sldMkLst>
          <pc:docMk/>
          <pc:sldMk cId="2671945500" sldId="279"/>
        </pc:sldMkLst>
        <pc:spChg chg="mod">
          <ac:chgData name="NUESTRO HOGAR" userId="2d0b7828e6ba7446" providerId="LiveId" clId="{0AE19CFF-2657-495A-8665-8ED3A8805070}" dt="2026-05-12T03:29:11.066" v="516" actId="20577"/>
          <ac:spMkLst>
            <pc:docMk/>
            <pc:sldMk cId="2671945500" sldId="279"/>
            <ac:spMk id="3" creationId="{82751445-B37C-D9A0-9CEE-555D3E2371C3}"/>
          </ac:spMkLst>
        </pc:spChg>
        <pc:spChg chg="del">
          <ac:chgData name="NUESTRO HOGAR" userId="2d0b7828e6ba7446" providerId="LiveId" clId="{0AE19CFF-2657-495A-8665-8ED3A8805070}" dt="2026-05-12T00:57:30.681" v="247" actId="478"/>
          <ac:spMkLst>
            <pc:docMk/>
            <pc:sldMk cId="2671945500" sldId="279"/>
            <ac:spMk id="4" creationId="{2F28920D-DD96-D552-6262-8956E15F2794}"/>
          </ac:spMkLst>
        </pc:spChg>
        <pc:spChg chg="add del">
          <ac:chgData name="NUESTRO HOGAR" userId="2d0b7828e6ba7446" providerId="LiveId" clId="{0AE19CFF-2657-495A-8665-8ED3A8805070}" dt="2026-05-12T00:57:34.970" v="250" actId="478"/>
          <ac:spMkLst>
            <pc:docMk/>
            <pc:sldMk cId="2671945500" sldId="279"/>
            <ac:spMk id="5" creationId="{2C1B0D57-F3BA-A0FF-AFE1-DE2F0D8CF0E0}"/>
          </ac:spMkLst>
        </pc:spChg>
        <pc:spChg chg="del">
          <ac:chgData name="NUESTRO HOGAR" userId="2d0b7828e6ba7446" providerId="LiveId" clId="{0AE19CFF-2657-495A-8665-8ED3A8805070}" dt="2026-05-12T00:57:32.156" v="248" actId="478"/>
          <ac:spMkLst>
            <pc:docMk/>
            <pc:sldMk cId="2671945500" sldId="279"/>
            <ac:spMk id="6" creationId="{3D32A39C-6CAE-3905-BF3C-94FA0DB8A9E5}"/>
          </ac:spMkLst>
        </pc:spChg>
        <pc:spChg chg="del">
          <ac:chgData name="NUESTRO HOGAR" userId="2d0b7828e6ba7446" providerId="LiveId" clId="{0AE19CFF-2657-495A-8665-8ED3A8805070}" dt="2026-05-12T00:57:08.589" v="232" actId="478"/>
          <ac:spMkLst>
            <pc:docMk/>
            <pc:sldMk cId="2671945500" sldId="279"/>
            <ac:spMk id="7" creationId="{D0E2007E-29D7-9AC2-C685-693A2004492C}"/>
          </ac:spMkLst>
        </pc:spChg>
        <pc:spChg chg="del">
          <ac:chgData name="NUESTRO HOGAR" userId="2d0b7828e6ba7446" providerId="LiveId" clId="{0AE19CFF-2657-495A-8665-8ED3A8805070}" dt="2026-05-12T00:57:20.051" v="240" actId="478"/>
          <ac:spMkLst>
            <pc:docMk/>
            <pc:sldMk cId="2671945500" sldId="279"/>
            <ac:spMk id="8" creationId="{306BDB7F-E2A0-3CFF-04BC-FBF4A61937D7}"/>
          </ac:spMkLst>
        </pc:spChg>
        <pc:spChg chg="del mod">
          <ac:chgData name="NUESTRO HOGAR" userId="2d0b7828e6ba7446" providerId="LiveId" clId="{0AE19CFF-2657-495A-8665-8ED3A8805070}" dt="2026-05-12T00:57:10.592" v="234" actId="478"/>
          <ac:spMkLst>
            <pc:docMk/>
            <pc:sldMk cId="2671945500" sldId="279"/>
            <ac:spMk id="10" creationId="{CD6BC739-B2BA-C2BE-6C36-905424C8D315}"/>
          </ac:spMkLst>
        </pc:spChg>
        <pc:spChg chg="del">
          <ac:chgData name="NUESTRO HOGAR" userId="2d0b7828e6ba7446" providerId="LiveId" clId="{0AE19CFF-2657-495A-8665-8ED3A8805070}" dt="2026-05-12T00:57:12.945" v="235" actId="478"/>
          <ac:spMkLst>
            <pc:docMk/>
            <pc:sldMk cId="2671945500" sldId="279"/>
            <ac:spMk id="11" creationId="{5742B6AC-5E67-1C78-6B5F-CB1ED2CBCD0C}"/>
          </ac:spMkLst>
        </pc:spChg>
        <pc:spChg chg="del">
          <ac:chgData name="NUESTRO HOGAR" userId="2d0b7828e6ba7446" providerId="LiveId" clId="{0AE19CFF-2657-495A-8665-8ED3A8805070}" dt="2026-05-12T00:57:25.683" v="244" actId="478"/>
          <ac:spMkLst>
            <pc:docMk/>
            <pc:sldMk cId="2671945500" sldId="279"/>
            <ac:spMk id="12" creationId="{E9F7FFBC-4A9B-1732-0D0F-09A6CC8B3379}"/>
          </ac:spMkLst>
        </pc:spChg>
        <pc:spChg chg="del">
          <ac:chgData name="NUESTRO HOGAR" userId="2d0b7828e6ba7446" providerId="LiveId" clId="{0AE19CFF-2657-495A-8665-8ED3A8805070}" dt="2026-05-12T00:57:07.300" v="231" actId="478"/>
          <ac:spMkLst>
            <pc:docMk/>
            <pc:sldMk cId="2671945500" sldId="279"/>
            <ac:spMk id="13" creationId="{091DAC2D-F2FA-CCBF-8A34-C7B6D6A107E4}"/>
          </ac:spMkLst>
        </pc:spChg>
        <pc:spChg chg="del">
          <ac:chgData name="NUESTRO HOGAR" userId="2d0b7828e6ba7446" providerId="LiveId" clId="{0AE19CFF-2657-495A-8665-8ED3A8805070}" dt="2026-05-12T00:57:27.422" v="245" actId="478"/>
          <ac:spMkLst>
            <pc:docMk/>
            <pc:sldMk cId="2671945500" sldId="279"/>
            <ac:spMk id="15" creationId="{68A4C5F9-EE9C-236A-BAF0-BBC4CD795697}"/>
          </ac:spMkLst>
        </pc:spChg>
        <pc:spChg chg="del">
          <ac:chgData name="NUESTRO HOGAR" userId="2d0b7828e6ba7446" providerId="LiveId" clId="{0AE19CFF-2657-495A-8665-8ED3A8805070}" dt="2026-05-12T00:57:28.623" v="246" actId="478"/>
          <ac:spMkLst>
            <pc:docMk/>
            <pc:sldMk cId="2671945500" sldId="279"/>
            <ac:spMk id="16" creationId="{44BFB064-D141-236A-7918-14FEDBDDE0E7}"/>
          </ac:spMkLst>
        </pc:spChg>
        <pc:spChg chg="del">
          <ac:chgData name="NUESTRO HOGAR" userId="2d0b7828e6ba7446" providerId="LiveId" clId="{0AE19CFF-2657-495A-8665-8ED3A8805070}" dt="2026-05-12T00:57:14.106" v="236" actId="478"/>
          <ac:spMkLst>
            <pc:docMk/>
            <pc:sldMk cId="2671945500" sldId="279"/>
            <ac:spMk id="17" creationId="{2F38569D-9A66-6519-1F74-E418127E9C3B}"/>
          </ac:spMkLst>
        </pc:spChg>
        <pc:spChg chg="del">
          <ac:chgData name="NUESTRO HOGAR" userId="2d0b7828e6ba7446" providerId="LiveId" clId="{0AE19CFF-2657-495A-8665-8ED3A8805070}" dt="2026-05-12T00:57:19.097" v="239" actId="478"/>
          <ac:spMkLst>
            <pc:docMk/>
            <pc:sldMk cId="2671945500" sldId="279"/>
            <ac:spMk id="18" creationId="{36B2F355-5590-7270-6ED7-DB061ED8C285}"/>
          </ac:spMkLst>
        </pc:spChg>
        <pc:spChg chg="del">
          <ac:chgData name="NUESTRO HOGAR" userId="2d0b7828e6ba7446" providerId="LiveId" clId="{0AE19CFF-2657-495A-8665-8ED3A8805070}" dt="2026-05-12T00:57:16.121" v="237" actId="478"/>
          <ac:spMkLst>
            <pc:docMk/>
            <pc:sldMk cId="2671945500" sldId="279"/>
            <ac:spMk id="20" creationId="{B34C021E-18C7-79F4-B756-41996B3B0F9F}"/>
          </ac:spMkLst>
        </pc:spChg>
        <pc:spChg chg="del">
          <ac:chgData name="NUESTRO HOGAR" userId="2d0b7828e6ba7446" providerId="LiveId" clId="{0AE19CFF-2657-495A-8665-8ED3A8805070}" dt="2026-05-12T00:57:18.298" v="238" actId="478"/>
          <ac:spMkLst>
            <pc:docMk/>
            <pc:sldMk cId="2671945500" sldId="279"/>
            <ac:spMk id="21" creationId="{0C779E41-2C19-6EA8-6D1D-7292898454DC}"/>
          </ac:spMkLst>
        </pc:spChg>
        <pc:spChg chg="del">
          <ac:chgData name="NUESTRO HOGAR" userId="2d0b7828e6ba7446" providerId="LiveId" clId="{0AE19CFF-2657-495A-8665-8ED3A8805070}" dt="2026-05-12T00:56:48.160" v="227" actId="478"/>
          <ac:spMkLst>
            <pc:docMk/>
            <pc:sldMk cId="2671945500" sldId="279"/>
            <ac:spMk id="22" creationId="{73CC2134-0E61-B5C3-A84B-18B37418A373}"/>
          </ac:spMkLst>
        </pc:spChg>
        <pc:spChg chg="del">
          <ac:chgData name="NUESTRO HOGAR" userId="2d0b7828e6ba7446" providerId="LiveId" clId="{0AE19CFF-2657-495A-8665-8ED3A8805070}" dt="2026-05-12T00:57:21.030" v="241" actId="478"/>
          <ac:spMkLst>
            <pc:docMk/>
            <pc:sldMk cId="2671945500" sldId="279"/>
            <ac:spMk id="23" creationId="{AAA0BDA0-0665-8DA8-F550-E59F11ED86E8}"/>
          </ac:spMkLst>
        </pc:spChg>
        <pc:spChg chg="del">
          <ac:chgData name="NUESTRO HOGAR" userId="2d0b7828e6ba7446" providerId="LiveId" clId="{0AE19CFF-2657-495A-8665-8ED3A8805070}" dt="2026-05-12T00:57:23.400" v="242" actId="478"/>
          <ac:spMkLst>
            <pc:docMk/>
            <pc:sldMk cId="2671945500" sldId="279"/>
            <ac:spMk id="25" creationId="{37EC47EB-9EE7-1E20-C930-153335442651}"/>
          </ac:spMkLst>
        </pc:spChg>
        <pc:spChg chg="del">
          <ac:chgData name="NUESTRO HOGAR" userId="2d0b7828e6ba7446" providerId="LiveId" clId="{0AE19CFF-2657-495A-8665-8ED3A8805070}" dt="2026-05-12T00:57:24.853" v="243" actId="478"/>
          <ac:spMkLst>
            <pc:docMk/>
            <pc:sldMk cId="2671945500" sldId="279"/>
            <ac:spMk id="26" creationId="{2BE88040-2C1F-BDD9-7F01-F32CFF5B0818}"/>
          </ac:spMkLst>
        </pc:spChg>
        <pc:spChg chg="add mod">
          <ac:chgData name="NUESTRO HOGAR" userId="2d0b7828e6ba7446" providerId="LiveId" clId="{0AE19CFF-2657-495A-8665-8ED3A8805070}" dt="2026-05-12T01:01:38.148" v="274" actId="14100"/>
          <ac:spMkLst>
            <pc:docMk/>
            <pc:sldMk cId="2671945500" sldId="279"/>
            <ac:spMk id="31" creationId="{41E32802-0CA9-EFCB-8328-84485E131542}"/>
          </ac:spMkLst>
        </pc:spChg>
        <pc:graphicFrameChg chg="add mod modGraphic">
          <ac:chgData name="NUESTRO HOGAR" userId="2d0b7828e6ba7446" providerId="LiveId" clId="{0AE19CFF-2657-495A-8665-8ED3A8805070}" dt="2026-05-12T00:55:17.660" v="222" actId="14100"/>
          <ac:graphicFrameMkLst>
            <pc:docMk/>
            <pc:sldMk cId="2671945500" sldId="279"/>
            <ac:graphicFrameMk id="28" creationId="{DCE7CE71-3D03-8F4E-F615-CE399E835070}"/>
          </ac:graphicFrameMkLst>
        </pc:graphicFrameChg>
        <pc:graphicFrameChg chg="add del mod modGraphic">
          <ac:chgData name="NUESTRO HOGAR" userId="2d0b7828e6ba7446" providerId="LiveId" clId="{0AE19CFF-2657-495A-8665-8ED3A8805070}" dt="2026-05-12T00:57:06.627" v="230" actId="478"/>
          <ac:graphicFrameMkLst>
            <pc:docMk/>
            <pc:sldMk cId="2671945500" sldId="279"/>
            <ac:graphicFrameMk id="29" creationId="{5B268220-B0C3-DD71-A9EB-CF906B05ABE4}"/>
          </ac:graphicFrameMkLst>
        </pc:graphicFrameChg>
        <pc:graphicFrameChg chg="add mod modGraphic">
          <ac:chgData name="NUESTRO HOGAR" userId="2d0b7828e6ba7446" providerId="LiveId" clId="{0AE19CFF-2657-495A-8665-8ED3A8805070}" dt="2026-05-12T01:32:32.192" v="326" actId="20577"/>
          <ac:graphicFrameMkLst>
            <pc:docMk/>
            <pc:sldMk cId="2671945500" sldId="279"/>
            <ac:graphicFrameMk id="30" creationId="{BE22F99F-6A3D-2532-C8C7-4A05A02786B6}"/>
          </ac:graphicFrameMkLst>
        </pc:graphicFrameChg>
      </pc:sldChg>
      <pc:sldChg chg="add del setBg">
        <pc:chgData name="NUESTRO HOGAR" userId="2d0b7828e6ba7446" providerId="LiveId" clId="{0AE19CFF-2657-495A-8665-8ED3A8805070}" dt="2026-05-12T00:49:18.739" v="214"/>
        <pc:sldMkLst>
          <pc:docMk/>
          <pc:sldMk cId="2838509654" sldId="279"/>
        </pc:sldMkLst>
      </pc:sldChg>
      <pc:sldChg chg="addSp delSp modSp add del mod">
        <pc:chgData name="NUESTRO HOGAR" userId="2d0b7828e6ba7446" providerId="LiveId" clId="{0AE19CFF-2657-495A-8665-8ED3A8805070}" dt="2026-05-12T03:22:17.129" v="433" actId="2696"/>
        <pc:sldMkLst>
          <pc:docMk/>
          <pc:sldMk cId="1176022689" sldId="280"/>
        </pc:sldMkLst>
        <pc:spChg chg="del mod">
          <ac:chgData name="NUESTRO HOGAR" userId="2d0b7828e6ba7446" providerId="LiveId" clId="{0AE19CFF-2657-495A-8665-8ED3A8805070}" dt="2026-05-12T03:19:19.298" v="429" actId="478"/>
          <ac:spMkLst>
            <pc:docMk/>
            <pc:sldMk cId="1176022689" sldId="280"/>
            <ac:spMk id="17" creationId="{BF1AB3F1-D755-4259-3E48-18A1D25E198B}"/>
          </ac:spMkLst>
        </pc:spChg>
        <pc:spChg chg="del">
          <ac:chgData name="NUESTRO HOGAR" userId="2d0b7828e6ba7446" providerId="LiveId" clId="{0AE19CFF-2657-495A-8665-8ED3A8805070}" dt="2026-05-12T03:19:20.061" v="430" actId="478"/>
          <ac:spMkLst>
            <pc:docMk/>
            <pc:sldMk cId="1176022689" sldId="280"/>
            <ac:spMk id="18" creationId="{3A5D123E-C05C-0370-6592-41C90D3EE991}"/>
          </ac:spMkLst>
        </pc:spChg>
        <pc:spChg chg="del">
          <ac:chgData name="NUESTRO HOGAR" userId="2d0b7828e6ba7446" providerId="LiveId" clId="{0AE19CFF-2657-495A-8665-8ED3A8805070}" dt="2026-05-12T03:19:10.533" v="425" actId="478"/>
          <ac:spMkLst>
            <pc:docMk/>
            <pc:sldMk cId="1176022689" sldId="280"/>
            <ac:spMk id="20" creationId="{A48E5366-32EC-27CC-8437-509FF531C86E}"/>
          </ac:spMkLst>
        </pc:spChg>
        <pc:spChg chg="del">
          <ac:chgData name="NUESTRO HOGAR" userId="2d0b7828e6ba7446" providerId="LiveId" clId="{0AE19CFF-2657-495A-8665-8ED3A8805070}" dt="2026-05-12T03:19:10.533" v="425" actId="478"/>
          <ac:spMkLst>
            <pc:docMk/>
            <pc:sldMk cId="1176022689" sldId="280"/>
            <ac:spMk id="21" creationId="{127542A3-110E-7392-079E-5258F6308FB7}"/>
          </ac:spMkLst>
        </pc:spChg>
        <pc:spChg chg="del">
          <ac:chgData name="NUESTRO HOGAR" userId="2d0b7828e6ba7446" providerId="LiveId" clId="{0AE19CFF-2657-495A-8665-8ED3A8805070}" dt="2026-05-12T03:19:15.121" v="426" actId="478"/>
          <ac:spMkLst>
            <pc:docMk/>
            <pc:sldMk cId="1176022689" sldId="280"/>
            <ac:spMk id="22" creationId="{DE9179C2-65ED-14A7-2BB2-0E8E46BFB047}"/>
          </ac:spMkLst>
        </pc:spChg>
        <pc:spChg chg="del">
          <ac:chgData name="NUESTRO HOGAR" userId="2d0b7828e6ba7446" providerId="LiveId" clId="{0AE19CFF-2657-495A-8665-8ED3A8805070}" dt="2026-05-12T03:19:10.533" v="425" actId="478"/>
          <ac:spMkLst>
            <pc:docMk/>
            <pc:sldMk cId="1176022689" sldId="280"/>
            <ac:spMk id="23" creationId="{D2FF34B5-C6AE-C648-6501-AB6FF831CCF8}"/>
          </ac:spMkLst>
        </pc:spChg>
        <pc:spChg chg="del">
          <ac:chgData name="NUESTRO HOGAR" userId="2d0b7828e6ba7446" providerId="LiveId" clId="{0AE19CFF-2657-495A-8665-8ED3A8805070}" dt="2026-05-12T03:19:10.533" v="425" actId="478"/>
          <ac:spMkLst>
            <pc:docMk/>
            <pc:sldMk cId="1176022689" sldId="280"/>
            <ac:spMk id="24" creationId="{9C427F9F-8E92-918F-8FFF-45ADEE6E5262}"/>
          </ac:spMkLst>
        </pc:spChg>
        <pc:spChg chg="del">
          <ac:chgData name="NUESTRO HOGAR" userId="2d0b7828e6ba7446" providerId="LiveId" clId="{0AE19CFF-2657-495A-8665-8ED3A8805070}" dt="2026-05-12T03:19:16.680" v="427" actId="478"/>
          <ac:spMkLst>
            <pc:docMk/>
            <pc:sldMk cId="1176022689" sldId="280"/>
            <ac:spMk id="25" creationId="{F3A1900F-F8AC-950B-8E72-9D7E3B9802DA}"/>
          </ac:spMkLst>
        </pc:spChg>
        <pc:spChg chg="del">
          <ac:chgData name="NUESTRO HOGAR" userId="2d0b7828e6ba7446" providerId="LiveId" clId="{0AE19CFF-2657-495A-8665-8ED3A8805070}" dt="2026-05-12T03:19:18.593" v="428" actId="478"/>
          <ac:spMkLst>
            <pc:docMk/>
            <pc:sldMk cId="1176022689" sldId="280"/>
            <ac:spMk id="26" creationId="{FD8E0446-D6E9-6D4C-7DE4-958D614D8286}"/>
          </ac:spMkLst>
        </pc:spChg>
        <pc:spChg chg="add mod">
          <ac:chgData name="NUESTRO HOGAR" userId="2d0b7828e6ba7446" providerId="LiveId" clId="{0AE19CFF-2657-495A-8665-8ED3A8805070}" dt="2026-05-12T03:19:21.509" v="431"/>
          <ac:spMkLst>
            <pc:docMk/>
            <pc:sldMk cId="1176022689" sldId="280"/>
            <ac:spMk id="31" creationId="{825BE74D-0120-5641-006C-818BE0B2A695}"/>
          </ac:spMkLst>
        </pc:spChg>
        <pc:spChg chg="add mod">
          <ac:chgData name="NUESTRO HOGAR" userId="2d0b7828e6ba7446" providerId="LiveId" clId="{0AE19CFF-2657-495A-8665-8ED3A8805070}" dt="2026-05-12T03:19:21.509" v="431"/>
          <ac:spMkLst>
            <pc:docMk/>
            <pc:sldMk cId="1176022689" sldId="280"/>
            <ac:spMk id="32" creationId="{E3F52FE8-DEF6-BDEF-2546-B1CD4CBDB3AB}"/>
          </ac:spMkLst>
        </pc:spChg>
        <pc:spChg chg="add mod">
          <ac:chgData name="NUESTRO HOGAR" userId="2d0b7828e6ba7446" providerId="LiveId" clId="{0AE19CFF-2657-495A-8665-8ED3A8805070}" dt="2026-05-12T03:19:21.509" v="431"/>
          <ac:spMkLst>
            <pc:docMk/>
            <pc:sldMk cId="1176022689" sldId="280"/>
            <ac:spMk id="33" creationId="{B3A5269F-F7C7-91F2-E495-284511D45716}"/>
          </ac:spMkLst>
        </pc:spChg>
        <pc:spChg chg="add mod">
          <ac:chgData name="NUESTRO HOGAR" userId="2d0b7828e6ba7446" providerId="LiveId" clId="{0AE19CFF-2657-495A-8665-8ED3A8805070}" dt="2026-05-12T03:19:21.509" v="431"/>
          <ac:spMkLst>
            <pc:docMk/>
            <pc:sldMk cId="1176022689" sldId="280"/>
            <ac:spMk id="35" creationId="{BC6BA51E-FFBA-909B-7D8E-A78A3CB43F98}"/>
          </ac:spMkLst>
        </pc:spChg>
        <pc:spChg chg="add mod">
          <ac:chgData name="NUESTRO HOGAR" userId="2d0b7828e6ba7446" providerId="LiveId" clId="{0AE19CFF-2657-495A-8665-8ED3A8805070}" dt="2026-05-12T03:19:21.509" v="431"/>
          <ac:spMkLst>
            <pc:docMk/>
            <pc:sldMk cId="1176022689" sldId="280"/>
            <ac:spMk id="41" creationId="{3B659DFF-353C-8D7C-BA81-F7F96F160BF3}"/>
          </ac:spMkLst>
        </pc:spChg>
        <pc:spChg chg="add mod">
          <ac:chgData name="NUESTRO HOGAR" userId="2d0b7828e6ba7446" providerId="LiveId" clId="{0AE19CFF-2657-495A-8665-8ED3A8805070}" dt="2026-05-12T03:19:21.509" v="431"/>
          <ac:spMkLst>
            <pc:docMk/>
            <pc:sldMk cId="1176022689" sldId="280"/>
            <ac:spMk id="43" creationId="{38507A5A-8D45-7426-3221-F16D0A917C82}"/>
          </ac:spMkLst>
        </pc:spChg>
        <pc:spChg chg="add mod">
          <ac:chgData name="NUESTRO HOGAR" userId="2d0b7828e6ba7446" providerId="LiveId" clId="{0AE19CFF-2657-495A-8665-8ED3A8805070}" dt="2026-05-12T03:19:21.509" v="431"/>
          <ac:spMkLst>
            <pc:docMk/>
            <pc:sldMk cId="1176022689" sldId="280"/>
            <ac:spMk id="44" creationId="{46B183AD-E538-65FA-28F3-78C8856765A4}"/>
          </ac:spMkLst>
        </pc:spChg>
        <pc:spChg chg="add mod">
          <ac:chgData name="NUESTRO HOGAR" userId="2d0b7828e6ba7446" providerId="LiveId" clId="{0AE19CFF-2657-495A-8665-8ED3A8805070}" dt="2026-05-12T03:19:21.509" v="431"/>
          <ac:spMkLst>
            <pc:docMk/>
            <pc:sldMk cId="1176022689" sldId="280"/>
            <ac:spMk id="49" creationId="{D954DC9F-ED91-5794-D6CA-DF0ABB768778}"/>
          </ac:spMkLst>
        </pc:spChg>
        <pc:spChg chg="add mod">
          <ac:chgData name="NUESTRO HOGAR" userId="2d0b7828e6ba7446" providerId="LiveId" clId="{0AE19CFF-2657-495A-8665-8ED3A8805070}" dt="2026-05-12T03:19:21.509" v="431"/>
          <ac:spMkLst>
            <pc:docMk/>
            <pc:sldMk cId="1176022689" sldId="280"/>
            <ac:spMk id="54" creationId="{C5327984-E1A4-3A5F-6236-8D75F5C31C6F}"/>
          </ac:spMkLst>
        </pc:spChg>
        <pc:spChg chg="add mod">
          <ac:chgData name="NUESTRO HOGAR" userId="2d0b7828e6ba7446" providerId="LiveId" clId="{0AE19CFF-2657-495A-8665-8ED3A8805070}" dt="2026-05-12T03:19:21.509" v="431"/>
          <ac:spMkLst>
            <pc:docMk/>
            <pc:sldMk cId="1176022689" sldId="280"/>
            <ac:spMk id="57" creationId="{DB0E81EA-8162-D646-692C-B38D62606F31}"/>
          </ac:spMkLst>
        </pc:spChg>
      </pc:sldChg>
      <pc:sldChg chg="add del">
        <pc:chgData name="NUESTRO HOGAR" userId="2d0b7828e6ba7446" providerId="LiveId" clId="{0AE19CFF-2657-495A-8665-8ED3A8805070}" dt="2026-05-12T01:01:49.235" v="275" actId="2696"/>
        <pc:sldMkLst>
          <pc:docMk/>
          <pc:sldMk cId="1583132256" sldId="28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852229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" name="Shape 1"/>
          <p:cNvSpPr/>
          <p:nvPr/>
        </p:nvSpPr>
        <p:spPr>
          <a:xfrm>
            <a:off x="164592" y="4526280"/>
            <a:ext cx="8979408" cy="6172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4" name="Text 2"/>
          <p:cNvSpPr/>
          <p:nvPr/>
        </p:nvSpPr>
        <p:spPr>
          <a:xfrm>
            <a:off x="502920" y="32918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CUANTITATIVO  ·  MERCADO COREANO  ·  v14.0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02920" y="694944"/>
            <a:ext cx="6400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Financiero</a:t>
            </a:r>
            <a:endParaRPr lang="en-US" sz="4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Predictivo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02920" y="2231136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KoTaP v14.0  ·  KOSPI / KOSDAQ  ·  2011 – 2024  ·  Escuela Colombiana de Ingeniería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502920" y="4626864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Métodos: Covarianza · Correlación · Dependencia Lineal · Asimetría · Curtosis · Valores/Vectores Propios · PCA · K-Means · OLS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8412480" y="4846320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22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621792"/>
            <a:ext cx="8412480" cy="228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DEL MODELO  ·  Variable Target  &amp;  Split Temporal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749808"/>
            <a:ext cx="8412480" cy="475488"/>
          </a:xfrm>
          <a:prstGeom prst="rect">
            <a:avLst/>
          </a:prstGeom>
          <a:solidFill>
            <a:srgbClr val="1F2937"/>
          </a:solidFill>
          <a:ln w="9525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841248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6" name="Text 4"/>
          <p:cNvSpPr/>
          <p:nvPr/>
        </p:nvSpPr>
        <p:spPr>
          <a:xfrm>
            <a:off x="548640" y="749808"/>
            <a:ext cx="8046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target_ROA(t) = ROA(t+1) = lead(ROA, n=1)  ·  Predictores X(t) → rentabilidad del año SIGUIENTE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316736"/>
            <a:ext cx="4133088" cy="1170432"/>
          </a:xfrm>
          <a:prstGeom prst="rect">
            <a:avLst/>
          </a:prstGeom>
          <a:solidFill>
            <a:srgbClr val="111827"/>
          </a:solidFill>
          <a:ln w="9525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8" name="Shape 6"/>
          <p:cNvSpPr/>
          <p:nvPr/>
        </p:nvSpPr>
        <p:spPr>
          <a:xfrm>
            <a:off x="365760" y="1316736"/>
            <a:ext cx="64008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9" name="Text 7"/>
          <p:cNvSpPr/>
          <p:nvPr/>
        </p:nvSpPr>
        <p:spPr>
          <a:xfrm>
            <a:off x="365760" y="1316736"/>
            <a:ext cx="64008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A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78992" y="1371600"/>
            <a:ext cx="334670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target_ROA PRIMERO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78992" y="1627632"/>
            <a:ext cx="334670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aplica lead(ROA,1) sobre el PANEL COMPLETO antes de cualquier filtro. Garantiza que target(t) = ROA(t+1) del año inmediatamente siguiente. Si se filtrara antes, el lead podría apuntar al año t+2 de otra fila.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608576" y="1316736"/>
            <a:ext cx="4133088" cy="1170432"/>
          </a:xfrm>
          <a:prstGeom prst="rect">
            <a:avLst/>
          </a:prstGeom>
          <a:solidFill>
            <a:srgbClr val="111827"/>
          </a:solidFill>
          <a:ln w="9525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3" name="Shape 11"/>
          <p:cNvSpPr/>
          <p:nvPr/>
        </p:nvSpPr>
        <p:spPr>
          <a:xfrm>
            <a:off x="4572000" y="1316736"/>
            <a:ext cx="640080" cy="117043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4" name="Text 12"/>
          <p:cNvSpPr/>
          <p:nvPr/>
        </p:nvSpPr>
        <p:spPr>
          <a:xfrm>
            <a:off x="4608576" y="1316736"/>
            <a:ext cx="64008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B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321808" y="1371600"/>
            <a:ext cx="334670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 IQR×3 sobre PREDICTORES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321808" y="1627632"/>
            <a:ext cx="334670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 se eliminan solo en las variables explicativas (ratios financieros), no en el target. Esto descarta filas con características anómalas sin distorsionar la definición del target.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65760" y="2596896"/>
            <a:ext cx="4133088" cy="1170432"/>
          </a:xfrm>
          <a:prstGeom prst="rect">
            <a:avLst/>
          </a:prstGeom>
          <a:solidFill>
            <a:srgbClr val="111827"/>
          </a:solidFill>
          <a:ln w="9525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8" name="Shape 16"/>
          <p:cNvSpPr/>
          <p:nvPr/>
        </p:nvSpPr>
        <p:spPr>
          <a:xfrm>
            <a:off x="365760" y="2596896"/>
            <a:ext cx="640080" cy="11704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9" name="Text 17"/>
          <p:cNvSpPr/>
          <p:nvPr/>
        </p:nvSpPr>
        <p:spPr>
          <a:xfrm>
            <a:off x="365760" y="2596896"/>
            <a:ext cx="64008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78992" y="2651760"/>
            <a:ext cx="334670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≤ 2022  →  n=9,971 obs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78992" y="2907792"/>
            <a:ext cx="334670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años de historia (2011-2022). La fila del año 2022 tiene target_ROA = ROA(2023). Máxima información histórica para aprender patrones de rentabilidad.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608576" y="2596896"/>
            <a:ext cx="4133088" cy="1170432"/>
          </a:xfrm>
          <a:prstGeom prst="rect">
            <a:avLst/>
          </a:prstGeom>
          <a:solidFill>
            <a:srgbClr val="111827"/>
          </a:solidFill>
          <a:ln w="9525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3" name="Shape 21"/>
          <p:cNvSpPr/>
          <p:nvPr/>
        </p:nvSpPr>
        <p:spPr>
          <a:xfrm>
            <a:off x="4608576" y="2596896"/>
            <a:ext cx="64008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4" name="Text 22"/>
          <p:cNvSpPr/>
          <p:nvPr/>
        </p:nvSpPr>
        <p:spPr>
          <a:xfrm>
            <a:off x="4608576" y="2596896"/>
            <a:ext cx="64008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321808" y="2651760"/>
            <a:ext cx="334670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= 2023  →  n=946 obs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321808" y="2907792"/>
            <a:ext cx="334670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fila del año 2023 tiene target_ROA = ROA(2024) como ground truth. El modelo predice ROA de 2024 usando features de 2023. Evaluación fuera de muestra estricta.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8412480" y="4846320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621792"/>
            <a:ext cx="8412480" cy="228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kern="0" spc="100" dirty="0" err="1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Comportamiento</a:t>
            </a:r>
            <a:r>
              <a:rPr lang="en-US" sz="1900" b="1" kern="0" spc="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900" b="1" kern="0" spc="100" dirty="0" err="1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algunas</a:t>
            </a:r>
            <a:r>
              <a:rPr lang="en-US" sz="1900" b="1" kern="0" spc="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900" b="1" kern="0" spc="100" dirty="0" err="1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nuestras</a:t>
            </a:r>
            <a:r>
              <a:rPr lang="en-US" sz="1900" b="1" kern="0" spc="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variables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8412480" y="4846320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22</a:t>
            </a:r>
            <a:endParaRPr lang="en-US" sz="800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7C0332F5-B3E7-C78A-70E6-807694B5B6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24190"/>
            <a:ext cx="9144000" cy="389511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621792"/>
            <a:ext cx="8412480" cy="228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7031736" y="987552"/>
            <a:ext cx="1993392" cy="749808"/>
          </a:xfrm>
          <a:prstGeom prst="rect">
            <a:avLst/>
          </a:prstGeom>
          <a:solidFill>
            <a:srgbClr val="111827"/>
          </a:solidFill>
          <a:ln w="9525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7" name="Shape 4"/>
          <p:cNvSpPr/>
          <p:nvPr/>
        </p:nvSpPr>
        <p:spPr>
          <a:xfrm>
            <a:off x="6986016" y="987552"/>
            <a:ext cx="45720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8" name="Text 5"/>
          <p:cNvSpPr/>
          <p:nvPr/>
        </p:nvSpPr>
        <p:spPr>
          <a:xfrm>
            <a:off x="7077456" y="103327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TQ VS MB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7077456" y="125272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s-MX" sz="7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Ambos indican cuanto cotiza la acción en bolsa </a:t>
            </a:r>
            <a:endParaRPr lang="en-US" sz="780" dirty="0">
              <a:solidFill>
                <a:srgbClr val="94A3B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6986016" y="1810512"/>
            <a:ext cx="1993392" cy="749808"/>
          </a:xfrm>
          <a:prstGeom prst="rect">
            <a:avLst/>
          </a:prstGeom>
          <a:solidFill>
            <a:srgbClr val="111827"/>
          </a:solidFill>
          <a:ln w="9525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1" name="Shape 8"/>
          <p:cNvSpPr/>
          <p:nvPr/>
        </p:nvSpPr>
        <p:spPr>
          <a:xfrm>
            <a:off x="6986016" y="1810512"/>
            <a:ext cx="45720" cy="749808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2" name="Text 9"/>
          <p:cNvSpPr/>
          <p:nvPr/>
        </p:nvSpPr>
        <p:spPr>
          <a:xfrm>
            <a:off x="7077456" y="185623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CETR VS A_CTR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7077456" y="207568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Ambos </a:t>
            </a:r>
            <a:r>
              <a:rPr lang="en-US" sz="78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miden</a:t>
            </a:r>
            <a:r>
              <a:rPr lang="en-US" sz="7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78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</a:t>
            </a:r>
            <a:r>
              <a:rPr lang="en-US" sz="7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78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pago</a:t>
            </a:r>
            <a:r>
              <a:rPr lang="en-US" sz="7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78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impuestos</a:t>
            </a:r>
            <a:r>
              <a:rPr lang="en-US" sz="7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780" dirty="0"/>
          </a:p>
        </p:txBody>
      </p:sp>
      <p:sp>
        <p:nvSpPr>
          <p:cNvPr id="14" name="Shape 11"/>
          <p:cNvSpPr/>
          <p:nvPr/>
        </p:nvSpPr>
        <p:spPr>
          <a:xfrm>
            <a:off x="6986016" y="2633472"/>
            <a:ext cx="1993392" cy="749808"/>
          </a:xfrm>
          <a:prstGeom prst="rect">
            <a:avLst/>
          </a:prstGeom>
          <a:solidFill>
            <a:srgbClr val="111827"/>
          </a:solidFill>
          <a:ln w="9525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5" name="Shape 12"/>
          <p:cNvSpPr/>
          <p:nvPr/>
        </p:nvSpPr>
        <p:spPr>
          <a:xfrm>
            <a:off x="6986016" y="2633472"/>
            <a:ext cx="45720" cy="7498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6" name="Text 13"/>
          <p:cNvSpPr/>
          <p:nvPr/>
        </p:nvSpPr>
        <p:spPr>
          <a:xfrm>
            <a:off x="7077456" y="267919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TSDA VS TSTA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7077456" y="289864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Ambos </a:t>
            </a:r>
            <a:r>
              <a:rPr lang="en-US" sz="78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reportan</a:t>
            </a:r>
            <a:r>
              <a:rPr lang="en-US" sz="7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las </a:t>
            </a:r>
            <a:r>
              <a:rPr lang="en-US" sz="78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ganancias</a:t>
            </a:r>
            <a:r>
              <a:rPr lang="en-US" sz="7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las </a:t>
            </a:r>
            <a:r>
              <a:rPr lang="en-US" sz="78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empresas</a:t>
            </a:r>
            <a:r>
              <a:rPr lang="en-US" sz="7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780" dirty="0"/>
          </a:p>
        </p:txBody>
      </p:sp>
      <p:sp>
        <p:nvSpPr>
          <p:cNvPr id="26" name="Text 23"/>
          <p:cNvSpPr/>
          <p:nvPr/>
        </p:nvSpPr>
        <p:spPr>
          <a:xfrm>
            <a:off x="8412480" y="4846320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22</a:t>
            </a:r>
            <a:endParaRPr lang="en-US" sz="800" dirty="0"/>
          </a:p>
        </p:txBody>
      </p:sp>
      <p:pic>
        <p:nvPicPr>
          <p:cNvPr id="33" name="Imagen 32">
            <a:extLst>
              <a:ext uri="{FF2B5EF4-FFF2-40B4-BE49-F238E27FC236}">
                <a16:creationId xmlns:a16="http://schemas.microsoft.com/office/drawing/2014/main" id="{3383FB77-AFF9-D051-1D68-329545A5E8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9951" y="617867"/>
            <a:ext cx="4688785" cy="4524985"/>
          </a:xfrm>
          <a:prstGeom prst="rect">
            <a:avLst/>
          </a:prstGeom>
        </p:spPr>
      </p:pic>
      <p:sp>
        <p:nvSpPr>
          <p:cNvPr id="34" name="Text 1">
            <a:extLst>
              <a:ext uri="{FF2B5EF4-FFF2-40B4-BE49-F238E27FC236}">
                <a16:creationId xmlns:a16="http://schemas.microsoft.com/office/drawing/2014/main" id="{20B598B0-EE65-9520-66E6-57E2318686C6}"/>
              </a:ext>
            </a:extLst>
          </p:cNvPr>
          <p:cNvSpPr/>
          <p:nvPr/>
        </p:nvSpPr>
        <p:spPr>
          <a:xfrm>
            <a:off x="518160" y="205740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621792"/>
            <a:ext cx="8412480" cy="228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OLS  ·  VIF  &amp;  Homocedasticidad  (Scale-Location)</a:t>
            </a:r>
            <a:endParaRPr lang="en-US" sz="1800" dirty="0"/>
          </a:p>
        </p:txBody>
      </p:sp>
      <p:sp>
        <p:nvSpPr>
          <p:cNvPr id="6" name="Text 2"/>
          <p:cNvSpPr/>
          <p:nvPr/>
        </p:nvSpPr>
        <p:spPr>
          <a:xfrm>
            <a:off x="8412480" y="4846320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22</a:t>
            </a:r>
            <a:endParaRPr lang="en-US" sz="800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AC2050A7-A3F0-C19B-B4F0-13B2D994FC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7888" y="1140122"/>
            <a:ext cx="4598428" cy="2482663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C436B81B-855F-B479-D626-14B278D92E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373" y="1140122"/>
            <a:ext cx="4299514" cy="248436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621792"/>
            <a:ext cx="8412480" cy="228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kern="0" spc="100" dirty="0" err="1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</a:t>
            </a:r>
            <a:r>
              <a:rPr lang="en-US" sz="1900" b="1" kern="0" spc="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PCA 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8412480" y="4846320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22</a:t>
            </a:r>
            <a:endParaRPr lang="en-US" sz="800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E60023A7-58C8-E996-A9BF-5E2F66B7C0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33222"/>
            <a:ext cx="9144000" cy="390227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621792"/>
            <a:ext cx="8412480" cy="228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kern="0" spc="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 ·  Biplot: Vectores Propios (Loadings)  PC1 × PC2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6492240" y="749808"/>
            <a:ext cx="24871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Interpretación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6492240" y="1005840"/>
            <a:ext cx="2487168" cy="640080"/>
          </a:xfrm>
          <a:prstGeom prst="rect">
            <a:avLst/>
          </a:prstGeom>
          <a:solidFill>
            <a:srgbClr val="111827"/>
          </a:solidFill>
          <a:ln w="9525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7" name="Shape 4"/>
          <p:cNvSpPr/>
          <p:nvPr/>
        </p:nvSpPr>
        <p:spPr>
          <a:xfrm>
            <a:off x="6492240" y="1005840"/>
            <a:ext cx="45720" cy="6400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8" name="Text 5"/>
          <p:cNvSpPr/>
          <p:nvPr/>
        </p:nvSpPr>
        <p:spPr>
          <a:xfrm>
            <a:off x="6583680" y="1051560"/>
            <a:ext cx="23225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PC1 (~31% varianza)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6583680" y="1280160"/>
            <a:ext cx="23225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Dominado por CFO (+) vs LEV (−). Separa empresas solventes de endeudadas.</a:t>
            </a:r>
            <a:endParaRPr lang="en-US" sz="780" dirty="0"/>
          </a:p>
        </p:txBody>
      </p:sp>
      <p:sp>
        <p:nvSpPr>
          <p:cNvPr id="10" name="Shape 7"/>
          <p:cNvSpPr/>
          <p:nvPr/>
        </p:nvSpPr>
        <p:spPr>
          <a:xfrm>
            <a:off x="6492240" y="1700784"/>
            <a:ext cx="2487168" cy="640080"/>
          </a:xfrm>
          <a:prstGeom prst="rect">
            <a:avLst/>
          </a:prstGeom>
          <a:solidFill>
            <a:srgbClr val="111827"/>
          </a:solidFill>
          <a:ln w="9525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1" name="Shape 8"/>
          <p:cNvSpPr/>
          <p:nvPr/>
        </p:nvSpPr>
        <p:spPr>
          <a:xfrm>
            <a:off x="6492240" y="1700784"/>
            <a:ext cx="45720" cy="6400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2" name="Text 9"/>
          <p:cNvSpPr/>
          <p:nvPr/>
        </p:nvSpPr>
        <p:spPr>
          <a:xfrm>
            <a:off x="6583680" y="1746504"/>
            <a:ext cx="23225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PC2 (~20% varianza)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6583680" y="1975104"/>
            <a:ext cx="23225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Contrasta SIZE/AGE (+) vs GRW/CUR (−). Maduras vs en crecimiento.</a:t>
            </a:r>
            <a:endParaRPr lang="en-US" sz="780" dirty="0"/>
          </a:p>
        </p:txBody>
      </p:sp>
      <p:sp>
        <p:nvSpPr>
          <p:cNvPr id="14" name="Shape 11"/>
          <p:cNvSpPr/>
          <p:nvPr/>
        </p:nvSpPr>
        <p:spPr>
          <a:xfrm>
            <a:off x="6492240" y="2395728"/>
            <a:ext cx="2487168" cy="640080"/>
          </a:xfrm>
          <a:prstGeom prst="rect">
            <a:avLst/>
          </a:prstGeom>
          <a:solidFill>
            <a:srgbClr val="111827"/>
          </a:solidFill>
          <a:ln w="9525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5" name="Shape 12"/>
          <p:cNvSpPr/>
          <p:nvPr/>
        </p:nvSpPr>
        <p:spPr>
          <a:xfrm>
            <a:off x="6492240" y="2395728"/>
            <a:ext cx="45720" cy="6400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6" name="Text 13"/>
          <p:cNvSpPr/>
          <p:nvPr/>
        </p:nvSpPr>
        <p:spPr>
          <a:xfrm>
            <a:off x="6583680" y="2441448"/>
            <a:ext cx="23225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PC1+PC2 = ~51%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6583680" y="2670048"/>
            <a:ext cx="23225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PCs capturan más de la mitad de la información financiera total.</a:t>
            </a:r>
            <a:endParaRPr lang="en-US" sz="780" dirty="0"/>
          </a:p>
        </p:txBody>
      </p:sp>
      <p:sp>
        <p:nvSpPr>
          <p:cNvPr id="18" name="Shape 15"/>
          <p:cNvSpPr/>
          <p:nvPr/>
        </p:nvSpPr>
        <p:spPr>
          <a:xfrm>
            <a:off x="6492240" y="3090672"/>
            <a:ext cx="2487168" cy="640080"/>
          </a:xfrm>
          <a:prstGeom prst="rect">
            <a:avLst/>
          </a:prstGeom>
          <a:solidFill>
            <a:srgbClr val="111827"/>
          </a:solidFill>
          <a:ln w="9525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9" name="Shape 16"/>
          <p:cNvSpPr/>
          <p:nvPr/>
        </p:nvSpPr>
        <p:spPr>
          <a:xfrm>
            <a:off x="6492240" y="3090672"/>
            <a:ext cx="45720" cy="6400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0" name="Text 17"/>
          <p:cNvSpPr/>
          <p:nvPr/>
        </p:nvSpPr>
        <p:spPr>
          <a:xfrm>
            <a:off x="6583680" y="3136392"/>
            <a:ext cx="23225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PCs Kaiser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6583680" y="3364992"/>
            <a:ext cx="23225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 ≥ 1 → 4 PCs capturan ~79.4% de la varianza. Se usan para K-Means.</a:t>
            </a:r>
            <a:endParaRPr lang="en-US" sz="780" dirty="0"/>
          </a:p>
        </p:txBody>
      </p:sp>
      <p:sp>
        <p:nvSpPr>
          <p:cNvPr id="22" name="Shape 19"/>
          <p:cNvSpPr/>
          <p:nvPr/>
        </p:nvSpPr>
        <p:spPr>
          <a:xfrm>
            <a:off x="6492240" y="3785616"/>
            <a:ext cx="2487168" cy="640080"/>
          </a:xfrm>
          <a:prstGeom prst="rect">
            <a:avLst/>
          </a:prstGeom>
          <a:solidFill>
            <a:srgbClr val="111827"/>
          </a:solidFill>
          <a:ln w="9525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3" name="Shape 20"/>
          <p:cNvSpPr/>
          <p:nvPr/>
        </p:nvSpPr>
        <p:spPr>
          <a:xfrm>
            <a:off x="6492240" y="3785616"/>
            <a:ext cx="45720" cy="6400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4" name="Text 21"/>
          <p:cNvSpPr/>
          <p:nvPr/>
        </p:nvSpPr>
        <p:spPr>
          <a:xfrm>
            <a:off x="6583680" y="3831336"/>
            <a:ext cx="23225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 vs LEV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6583680" y="4059936"/>
            <a:ext cx="23225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Flechas opuestas:  </a:t>
            </a:r>
            <a:r>
              <a:rPr lang="en-US" sz="78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Liquidez</a:t>
            </a:r>
            <a:r>
              <a:rPr lang="en-US" sz="7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deuda son fuerzas contrarias.</a:t>
            </a:r>
            <a:endParaRPr lang="en-US" sz="780" dirty="0"/>
          </a:p>
        </p:txBody>
      </p:sp>
      <p:sp>
        <p:nvSpPr>
          <p:cNvPr id="26" name="Shape 23"/>
          <p:cNvSpPr/>
          <p:nvPr/>
        </p:nvSpPr>
        <p:spPr>
          <a:xfrm>
            <a:off x="6492240" y="4480560"/>
            <a:ext cx="2487168" cy="640080"/>
          </a:xfrm>
          <a:prstGeom prst="rect">
            <a:avLst/>
          </a:prstGeom>
          <a:solidFill>
            <a:srgbClr val="111827"/>
          </a:solidFill>
          <a:ln w="9525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7" name="Shape 24"/>
          <p:cNvSpPr/>
          <p:nvPr/>
        </p:nvSpPr>
        <p:spPr>
          <a:xfrm>
            <a:off x="6492240" y="4480560"/>
            <a:ext cx="45720" cy="6400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8" name="Text 25"/>
          <p:cNvSpPr/>
          <p:nvPr/>
        </p:nvSpPr>
        <p:spPr>
          <a:xfrm>
            <a:off x="6583680" y="4526280"/>
            <a:ext cx="23225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SIZE–AGE paralelas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6583680" y="4754880"/>
            <a:ext cx="23225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r=0.40: empresas más grandes tienden a ser más antiguas en el panel.</a:t>
            </a:r>
            <a:endParaRPr lang="en-US" sz="780" dirty="0"/>
          </a:p>
        </p:txBody>
      </p:sp>
      <p:sp>
        <p:nvSpPr>
          <p:cNvPr id="30" name="Text 27"/>
          <p:cNvSpPr/>
          <p:nvPr/>
        </p:nvSpPr>
        <p:spPr>
          <a:xfrm>
            <a:off x="8412480" y="4846320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22</a:t>
            </a:r>
            <a:endParaRPr lang="en-US" sz="800" dirty="0"/>
          </a:p>
        </p:txBody>
      </p:sp>
      <p:pic>
        <p:nvPicPr>
          <p:cNvPr id="31" name="Imagen 30">
            <a:extLst>
              <a:ext uri="{FF2B5EF4-FFF2-40B4-BE49-F238E27FC236}">
                <a16:creationId xmlns:a16="http://schemas.microsoft.com/office/drawing/2014/main" id="{7CEB4B0A-FAE5-3759-B316-0B0347581C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" y="644652"/>
            <a:ext cx="6400800" cy="450494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621792"/>
            <a:ext cx="8412480" cy="228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kern="0" spc="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 ·  Método del Codo  &amp;  Distribución 2D  (K=3 óptimo)</a:t>
            </a:r>
            <a:endParaRPr lang="en-US" sz="1900" dirty="0"/>
          </a:p>
        </p:txBody>
      </p:sp>
      <p:sp>
        <p:nvSpPr>
          <p:cNvPr id="6" name="Text 2"/>
          <p:cNvSpPr/>
          <p:nvPr/>
        </p:nvSpPr>
        <p:spPr>
          <a:xfrm>
            <a:off x="8412480" y="4846320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22</a:t>
            </a:r>
            <a:endParaRPr lang="en-US" sz="800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8799E180-88C8-EDAA-7B2D-277A1EED4B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073451"/>
            <a:ext cx="3944112" cy="3448257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2104EA8C-FB2B-B315-19B3-0E896B620C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7824" y="1080598"/>
            <a:ext cx="4273296" cy="344111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621792"/>
            <a:ext cx="8412480" cy="228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kern="0" spc="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 ·  Perfil Financiero por Cluster  (ROA · CFO · LEV · SIZE · GRW)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8412480" y="4846320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22</a:t>
            </a:r>
            <a:endParaRPr lang="en-US" sz="800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551BD7AE-5541-C74B-1478-EB07995B2A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14516"/>
            <a:ext cx="9144000" cy="386991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621792"/>
            <a:ext cx="8412480" cy="228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REGRESIÓN OLS  ·  Coeficientes β con IC 95%  —  Variables Post-VIF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7059168" y="749808"/>
            <a:ext cx="19385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Coeficientes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7059168" y="1005840"/>
            <a:ext cx="1938528" cy="402336"/>
          </a:xfrm>
          <a:prstGeom prst="rect">
            <a:avLst/>
          </a:prstGeom>
          <a:solidFill>
            <a:srgbClr val="1F2937"/>
          </a:solidFill>
          <a:ln w="9525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7" name="Shape 4"/>
          <p:cNvSpPr/>
          <p:nvPr/>
        </p:nvSpPr>
        <p:spPr>
          <a:xfrm>
            <a:off x="7059168" y="1005840"/>
            <a:ext cx="45720" cy="40233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8" name="Text 5"/>
          <p:cNvSpPr/>
          <p:nvPr/>
        </p:nvSpPr>
        <p:spPr>
          <a:xfrm>
            <a:off x="7150608" y="1033272"/>
            <a:ext cx="69494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CFO</a:t>
            </a:r>
            <a:endParaRPr lang="en-US" sz="880" dirty="0"/>
          </a:p>
        </p:txBody>
      </p:sp>
      <p:sp>
        <p:nvSpPr>
          <p:cNvPr id="9" name="Text 6"/>
          <p:cNvSpPr/>
          <p:nvPr/>
        </p:nvSpPr>
        <p:spPr>
          <a:xfrm>
            <a:off x="7845552" y="1033272"/>
            <a:ext cx="7132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+0.16311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50608" y="1225296"/>
            <a:ext cx="1773936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720" dirty="0"/>
          </a:p>
        </p:txBody>
      </p:sp>
      <p:sp>
        <p:nvSpPr>
          <p:cNvPr id="11" name="Shape 8"/>
          <p:cNvSpPr/>
          <p:nvPr/>
        </p:nvSpPr>
        <p:spPr>
          <a:xfrm>
            <a:off x="7059168" y="1463040"/>
            <a:ext cx="1938528" cy="402336"/>
          </a:xfrm>
          <a:prstGeom prst="rect">
            <a:avLst/>
          </a:prstGeom>
          <a:solidFill>
            <a:srgbClr val="111827"/>
          </a:solidFill>
          <a:ln w="9525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2" name="Shape 9"/>
          <p:cNvSpPr/>
          <p:nvPr/>
        </p:nvSpPr>
        <p:spPr>
          <a:xfrm>
            <a:off x="7059168" y="1463040"/>
            <a:ext cx="45720" cy="40233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3" name="Text 10"/>
          <p:cNvSpPr/>
          <p:nvPr/>
        </p:nvSpPr>
        <p:spPr>
          <a:xfrm>
            <a:off x="7150608" y="1490472"/>
            <a:ext cx="69494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</a:t>
            </a:r>
            <a:endParaRPr lang="en-US" sz="880" dirty="0"/>
          </a:p>
        </p:txBody>
      </p:sp>
      <p:sp>
        <p:nvSpPr>
          <p:cNvPr id="14" name="Text 11"/>
          <p:cNvSpPr/>
          <p:nvPr/>
        </p:nvSpPr>
        <p:spPr>
          <a:xfrm>
            <a:off x="7845552" y="1490472"/>
            <a:ext cx="7132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-0,04298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7150608" y="1682496"/>
            <a:ext cx="1773936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720" dirty="0"/>
          </a:p>
        </p:txBody>
      </p:sp>
      <p:sp>
        <p:nvSpPr>
          <p:cNvPr id="16" name="Shape 13"/>
          <p:cNvSpPr/>
          <p:nvPr/>
        </p:nvSpPr>
        <p:spPr>
          <a:xfrm>
            <a:off x="7059168" y="1920240"/>
            <a:ext cx="1938528" cy="402336"/>
          </a:xfrm>
          <a:prstGeom prst="rect">
            <a:avLst/>
          </a:prstGeom>
          <a:solidFill>
            <a:srgbClr val="1F2937"/>
          </a:solidFill>
          <a:ln w="9525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7" name="Shape 14"/>
          <p:cNvSpPr/>
          <p:nvPr/>
        </p:nvSpPr>
        <p:spPr>
          <a:xfrm>
            <a:off x="7059168" y="1920240"/>
            <a:ext cx="45720" cy="40233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8" name="Text 15"/>
          <p:cNvSpPr/>
          <p:nvPr/>
        </p:nvSpPr>
        <p:spPr>
          <a:xfrm>
            <a:off x="7150608" y="1947672"/>
            <a:ext cx="69494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INVREC</a:t>
            </a:r>
            <a:endParaRPr lang="en-US" sz="880" dirty="0"/>
          </a:p>
        </p:txBody>
      </p:sp>
      <p:sp>
        <p:nvSpPr>
          <p:cNvPr id="19" name="Text 16"/>
          <p:cNvSpPr/>
          <p:nvPr/>
        </p:nvSpPr>
        <p:spPr>
          <a:xfrm>
            <a:off x="7845552" y="1947672"/>
            <a:ext cx="7132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+0.02824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7150608" y="2139696"/>
            <a:ext cx="1773936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720" dirty="0"/>
          </a:p>
        </p:txBody>
      </p:sp>
      <p:sp>
        <p:nvSpPr>
          <p:cNvPr id="21" name="Shape 18"/>
          <p:cNvSpPr/>
          <p:nvPr/>
        </p:nvSpPr>
        <p:spPr>
          <a:xfrm>
            <a:off x="7059168" y="2377440"/>
            <a:ext cx="1938528" cy="402336"/>
          </a:xfrm>
          <a:prstGeom prst="rect">
            <a:avLst/>
          </a:prstGeom>
          <a:solidFill>
            <a:srgbClr val="111827"/>
          </a:solidFill>
          <a:ln w="9525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2" name="Shape 19"/>
          <p:cNvSpPr/>
          <p:nvPr/>
        </p:nvSpPr>
        <p:spPr>
          <a:xfrm>
            <a:off x="7059168" y="2377440"/>
            <a:ext cx="45720" cy="40233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3" name="Text 20"/>
          <p:cNvSpPr/>
          <p:nvPr/>
        </p:nvSpPr>
        <p:spPr>
          <a:xfrm>
            <a:off x="7150608" y="2404872"/>
            <a:ext cx="69494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b="1" dirty="0" err="1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forn</a:t>
            </a:r>
            <a:endParaRPr lang="en-US" sz="880" dirty="0"/>
          </a:p>
        </p:txBody>
      </p:sp>
      <p:sp>
        <p:nvSpPr>
          <p:cNvPr id="24" name="Text 21"/>
          <p:cNvSpPr/>
          <p:nvPr/>
        </p:nvSpPr>
        <p:spPr>
          <a:xfrm>
            <a:off x="7845552" y="2404872"/>
            <a:ext cx="7132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+0,02694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7150608" y="2596896"/>
            <a:ext cx="1773936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720" dirty="0"/>
          </a:p>
        </p:txBody>
      </p:sp>
      <p:sp>
        <p:nvSpPr>
          <p:cNvPr id="26" name="Shape 23"/>
          <p:cNvSpPr/>
          <p:nvPr/>
        </p:nvSpPr>
        <p:spPr>
          <a:xfrm>
            <a:off x="7059168" y="2834640"/>
            <a:ext cx="1938528" cy="402336"/>
          </a:xfrm>
          <a:prstGeom prst="rect">
            <a:avLst/>
          </a:prstGeom>
          <a:solidFill>
            <a:srgbClr val="1F2937"/>
          </a:solidFill>
          <a:ln w="9525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7" name="Shape 24"/>
          <p:cNvSpPr/>
          <p:nvPr/>
        </p:nvSpPr>
        <p:spPr>
          <a:xfrm>
            <a:off x="7059168" y="2834640"/>
            <a:ext cx="45720" cy="40233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8" name="Text 25"/>
          <p:cNvSpPr/>
          <p:nvPr/>
        </p:nvSpPr>
        <p:spPr>
          <a:xfrm>
            <a:off x="7150608" y="2862072"/>
            <a:ext cx="69494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PPE</a:t>
            </a:r>
            <a:endParaRPr lang="en-US" sz="880" dirty="0"/>
          </a:p>
        </p:txBody>
      </p:sp>
      <p:sp>
        <p:nvSpPr>
          <p:cNvPr id="29" name="Text 26"/>
          <p:cNvSpPr/>
          <p:nvPr/>
        </p:nvSpPr>
        <p:spPr>
          <a:xfrm>
            <a:off x="7845552" y="2862072"/>
            <a:ext cx="7132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+0,02389</a:t>
            </a:r>
            <a:endParaRPr lang="en-US" sz="850" dirty="0"/>
          </a:p>
        </p:txBody>
      </p:sp>
      <p:sp>
        <p:nvSpPr>
          <p:cNvPr id="47" name="Text 44"/>
          <p:cNvSpPr/>
          <p:nvPr/>
        </p:nvSpPr>
        <p:spPr>
          <a:xfrm>
            <a:off x="8412480" y="4846320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22</a:t>
            </a:r>
            <a:endParaRPr lang="en-US" sz="800" dirty="0"/>
          </a:p>
        </p:txBody>
      </p:sp>
      <p:pic>
        <p:nvPicPr>
          <p:cNvPr id="49" name="Imagen 48">
            <a:extLst>
              <a:ext uri="{FF2B5EF4-FFF2-40B4-BE49-F238E27FC236}">
                <a16:creationId xmlns:a16="http://schemas.microsoft.com/office/drawing/2014/main" id="{1BC68E91-FA4D-C95A-2932-CA2C42D1F2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38" y="667512"/>
            <a:ext cx="6968870" cy="4475988"/>
          </a:xfrm>
          <a:prstGeom prst="rect">
            <a:avLst/>
          </a:prstGeom>
        </p:spPr>
      </p:pic>
      <p:sp>
        <p:nvSpPr>
          <p:cNvPr id="50" name="Shape 23">
            <a:extLst>
              <a:ext uri="{FF2B5EF4-FFF2-40B4-BE49-F238E27FC236}">
                <a16:creationId xmlns:a16="http://schemas.microsoft.com/office/drawing/2014/main" id="{DEA66237-1D9C-A7C9-2E37-57C27FB6A231}"/>
              </a:ext>
            </a:extLst>
          </p:cNvPr>
          <p:cNvSpPr/>
          <p:nvPr/>
        </p:nvSpPr>
        <p:spPr>
          <a:xfrm>
            <a:off x="7059168" y="3300984"/>
            <a:ext cx="1938528" cy="402336"/>
          </a:xfrm>
          <a:prstGeom prst="rect">
            <a:avLst/>
          </a:prstGeom>
          <a:solidFill>
            <a:srgbClr val="1F2937"/>
          </a:solidFill>
          <a:ln w="9525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51" name="Shape 24">
            <a:extLst>
              <a:ext uri="{FF2B5EF4-FFF2-40B4-BE49-F238E27FC236}">
                <a16:creationId xmlns:a16="http://schemas.microsoft.com/office/drawing/2014/main" id="{44BACFD9-0C08-29AA-0294-615A1A711430}"/>
              </a:ext>
            </a:extLst>
          </p:cNvPr>
          <p:cNvSpPr/>
          <p:nvPr/>
        </p:nvSpPr>
        <p:spPr>
          <a:xfrm>
            <a:off x="7059168" y="3300984"/>
            <a:ext cx="45720" cy="40233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52" name="Text 25">
            <a:extLst>
              <a:ext uri="{FF2B5EF4-FFF2-40B4-BE49-F238E27FC236}">
                <a16:creationId xmlns:a16="http://schemas.microsoft.com/office/drawing/2014/main" id="{D61A1424-560C-DC38-9201-A0CCC7FF8849}"/>
              </a:ext>
            </a:extLst>
          </p:cNvPr>
          <p:cNvSpPr/>
          <p:nvPr/>
        </p:nvSpPr>
        <p:spPr>
          <a:xfrm>
            <a:off x="7150608" y="3328416"/>
            <a:ext cx="69494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CETR5</a:t>
            </a:r>
            <a:endParaRPr lang="en-US" sz="880" dirty="0"/>
          </a:p>
        </p:txBody>
      </p:sp>
      <p:sp>
        <p:nvSpPr>
          <p:cNvPr id="53" name="Text 26">
            <a:extLst>
              <a:ext uri="{FF2B5EF4-FFF2-40B4-BE49-F238E27FC236}">
                <a16:creationId xmlns:a16="http://schemas.microsoft.com/office/drawing/2014/main" id="{9A8FF3FC-10D1-65F6-8A87-A0265C30A41F}"/>
              </a:ext>
            </a:extLst>
          </p:cNvPr>
          <p:cNvSpPr/>
          <p:nvPr/>
        </p:nvSpPr>
        <p:spPr>
          <a:xfrm>
            <a:off x="7845552" y="3328416"/>
            <a:ext cx="7132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-0,01957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621792"/>
            <a:ext cx="8412480" cy="228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kern="0" spc="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 ·  Gráfico A — Predicho vs Real  |  Test 2023 → ROA 2024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365760" y="4718304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Test: features año 2023  |  Ground truth: ROA observado 2024  |  n-test = 1,480 obs</a:t>
            </a:r>
            <a:endParaRPr lang="en-US" sz="820" dirty="0"/>
          </a:p>
        </p:txBody>
      </p:sp>
      <p:sp>
        <p:nvSpPr>
          <p:cNvPr id="6" name="Text 3"/>
          <p:cNvSpPr/>
          <p:nvPr/>
        </p:nvSpPr>
        <p:spPr>
          <a:xfrm>
            <a:off x="8412480" y="4846320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22</a:t>
            </a:r>
            <a:endParaRPr lang="en-US" sz="800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40CD9F0C-B6B4-1BC6-491E-92BDD3ECD1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863052"/>
            <a:ext cx="8412480" cy="354256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621792"/>
            <a:ext cx="8412480" cy="228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kern="0" spc="100" dirty="0" err="1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Densidad</a:t>
            </a:r>
            <a:r>
              <a:rPr lang="en-US" sz="1700" b="1" kern="0" spc="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ROA Real vs Predicho  |  Test 2023→2024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8412480" y="4846320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22</a:t>
            </a:r>
            <a:endParaRPr lang="en-US" sz="800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F8607F7D-3843-836D-F255-993CA791E7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899248"/>
            <a:ext cx="8412480" cy="356445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621792"/>
            <a:ext cx="8412480" cy="228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100" dirty="0" err="1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Supuestos</a:t>
            </a:r>
            <a:r>
              <a:rPr lang="en-US" sz="1800" b="1" kern="0" spc="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Gauss-Markov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8412480" y="4846320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22</a:t>
            </a:r>
            <a:endParaRPr lang="en-US" sz="800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6658DB79-9005-F45A-22B6-A07B4A19E2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284" y="1066800"/>
            <a:ext cx="8449956" cy="360799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100 TITANES  ·  2022 — Año de Mayor Estrés Inflacionario  (5.09%)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8412480" y="4846320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22</a:t>
            </a:r>
            <a:endParaRPr lang="en-US" sz="800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287280C2-82D0-FFA5-7CDF-B934482D9B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111" y="412729"/>
            <a:ext cx="7490387" cy="473077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1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100 TITANES vs Inflación  ·  2023 – 2024</a:t>
            </a:r>
            <a:endParaRPr lang="en-US" sz="1500" dirty="0"/>
          </a:p>
        </p:txBody>
      </p:sp>
      <p:sp>
        <p:nvSpPr>
          <p:cNvPr id="5" name="Text 1"/>
          <p:cNvSpPr/>
          <p:nvPr/>
        </p:nvSpPr>
        <p:spPr>
          <a:xfrm>
            <a:off x="8412480" y="4846320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22</a:t>
            </a:r>
            <a:endParaRPr lang="en-US" sz="800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290718C7-6B3F-037B-DF91-1D632E7FDF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56082"/>
            <a:ext cx="4785360" cy="4046220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3CD54356-CF26-529B-3C99-837311AB4D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0583" y="656082"/>
            <a:ext cx="4483417" cy="404622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164592" cy="41833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4" name="Text 2"/>
          <p:cNvSpPr/>
          <p:nvPr/>
        </p:nvSpPr>
        <p:spPr>
          <a:xfrm>
            <a:off x="365760" y="256032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  &amp;  RECOMENDACIONES  ·  KoTaP v14.0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20040" y="1024128"/>
            <a:ext cx="420624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6" name="Text 4"/>
          <p:cNvSpPr/>
          <p:nvPr/>
        </p:nvSpPr>
        <p:spPr>
          <a:xfrm>
            <a:off x="320040" y="1024128"/>
            <a:ext cx="42062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49808" y="1024128"/>
            <a:ext cx="8046720" cy="658368"/>
          </a:xfrm>
          <a:prstGeom prst="rect">
            <a:avLst/>
          </a:prstGeom>
          <a:solidFill>
            <a:srgbClr val="111827"/>
          </a:solidFill>
          <a:ln w="9525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8" name="Text 6"/>
          <p:cNvSpPr/>
          <p:nvPr/>
        </p:nvSpPr>
        <p:spPr>
          <a:xfrm>
            <a:off x="877824" y="1078992"/>
            <a:ext cx="77906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CFO: predictor dominante de target_ROA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77824" y="1280160"/>
            <a:ext cx="5303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β_CFO=+0.333*** (p&lt;0.001). Con causalidad temporal garantizada (lead+1), el flujo de caja operativo del año t es el mejor predictor del ROA del año t+1.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877824" y="1508760"/>
            <a:ext cx="779068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Monitorear CFO/Activos mensualmente. Mantener ratio &gt;5% para garantizar rentabilidad futura sostenible.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320040" y="1828800"/>
            <a:ext cx="420624" cy="65836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2" name="Text 10"/>
          <p:cNvSpPr/>
          <p:nvPr/>
        </p:nvSpPr>
        <p:spPr>
          <a:xfrm>
            <a:off x="320040" y="1828800"/>
            <a:ext cx="42062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49808" y="1828800"/>
            <a:ext cx="8046720" cy="658368"/>
          </a:xfrm>
          <a:prstGeom prst="rect">
            <a:avLst/>
          </a:prstGeom>
          <a:solidFill>
            <a:srgbClr val="111827"/>
          </a:solidFill>
          <a:ln w="9525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4" name="Text 12"/>
          <p:cNvSpPr/>
          <p:nvPr/>
        </p:nvSpPr>
        <p:spPr>
          <a:xfrm>
            <a:off x="877824" y="1883664"/>
            <a:ext cx="77906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Apalancamiento excesivo destruye valor futuro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877824" y="2084832"/>
            <a:ext cx="5303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β_LEV=−0.055*** Cada 10pp extra de LEV reduce el ROA futuro en 0.55pp. VIF&lt;5 confirma que el efecto es genuino, no confundido.</a:t>
            </a:r>
            <a:endParaRPr lang="en-US" sz="780" dirty="0"/>
          </a:p>
        </p:txBody>
      </p:sp>
      <p:sp>
        <p:nvSpPr>
          <p:cNvPr id="16" name="Text 14"/>
          <p:cNvSpPr/>
          <p:nvPr/>
        </p:nvSpPr>
        <p:spPr>
          <a:xfrm>
            <a:off x="877824" y="2313432"/>
            <a:ext cx="779068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Cluster C3 (rezagados, LEV≈40%): priorizar desapalancamiento antes que expansión. Zona óptima: LEV&lt;35%.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320040" y="2633472"/>
            <a:ext cx="420624" cy="6583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8" name="Text 16"/>
          <p:cNvSpPr/>
          <p:nvPr/>
        </p:nvSpPr>
        <p:spPr>
          <a:xfrm>
            <a:off x="320040" y="2633472"/>
            <a:ext cx="42062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49808" y="2633472"/>
            <a:ext cx="8046720" cy="658368"/>
          </a:xfrm>
          <a:prstGeom prst="rect">
            <a:avLst/>
          </a:prstGeom>
          <a:solidFill>
            <a:srgbClr val="111827"/>
          </a:solidFill>
          <a:ln w="9525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0" name="Text 18"/>
          <p:cNvSpPr/>
          <p:nvPr/>
        </p:nvSpPr>
        <p:spPr>
          <a:xfrm>
            <a:off x="877824" y="2688336"/>
            <a:ext cx="77906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Diagnósticos OLS satisfacen Gauss-Markov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77824" y="2889504"/>
            <a:ext cx="5303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VIF_max&lt;5 ✓ · DW≈1.82 (sin autocorrelación) ✓ · Normalidad asintótica vía TCL ✓ · Cook's D controlado ✓. Heterocedasticidad leve → SE robustos recomendados.</a:t>
            </a:r>
            <a:endParaRPr lang="en-US" sz="780" dirty="0"/>
          </a:p>
        </p:txBody>
      </p:sp>
      <p:sp>
        <p:nvSpPr>
          <p:cNvPr id="22" name="Text 20"/>
          <p:cNvSpPr/>
          <p:nvPr/>
        </p:nvSpPr>
        <p:spPr>
          <a:xfrm>
            <a:off x="877824" y="3118104"/>
            <a:ext cx="779068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Los β̂ son BLUE (Best Linear Unbiased). Inferencia estadística válida. Considerar errores HC para publicación.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320040" y="3438144"/>
            <a:ext cx="420624" cy="65836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4" name="Text 22"/>
          <p:cNvSpPr/>
          <p:nvPr/>
        </p:nvSpPr>
        <p:spPr>
          <a:xfrm>
            <a:off x="320040" y="3438144"/>
            <a:ext cx="42062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49808" y="3438144"/>
            <a:ext cx="8046720" cy="658368"/>
          </a:xfrm>
          <a:prstGeom prst="rect">
            <a:avLst/>
          </a:prstGeom>
          <a:solidFill>
            <a:srgbClr val="111827"/>
          </a:solidFill>
          <a:ln w="9525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6" name="Text 24"/>
          <p:cNvSpPr/>
          <p:nvPr/>
        </p:nvSpPr>
        <p:spPr>
          <a:xfrm>
            <a:off x="877824" y="3493008"/>
            <a:ext cx="77906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2023→ROA 2024: modelo generaliza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877824" y="3694176"/>
            <a:ext cx="5303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R²-test&gt;0 confirma generalización fuera de muestra. La brecha in-sample/out-of-sample es moderada. Efectos fijos de industria mejoran estabilidad.</a:t>
            </a:r>
            <a:endParaRPr lang="en-US" sz="780" dirty="0"/>
          </a:p>
        </p:txBody>
      </p:sp>
      <p:sp>
        <p:nvSpPr>
          <p:cNvPr id="28" name="Text 26"/>
          <p:cNvSpPr/>
          <p:nvPr/>
        </p:nvSpPr>
        <p:spPr>
          <a:xfrm>
            <a:off x="877824" y="3922776"/>
            <a:ext cx="779068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Para ROA 2025: usar features 2024 con el modelo. Actualizar train añadiendo año 2023 antes de predecir.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320040" y="4242816"/>
            <a:ext cx="420624" cy="6583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0" name="Text 28"/>
          <p:cNvSpPr/>
          <p:nvPr/>
        </p:nvSpPr>
        <p:spPr>
          <a:xfrm>
            <a:off x="320040" y="4242816"/>
            <a:ext cx="42062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749808" y="4242816"/>
            <a:ext cx="8046720" cy="658368"/>
          </a:xfrm>
          <a:prstGeom prst="rect">
            <a:avLst/>
          </a:prstGeom>
          <a:solidFill>
            <a:srgbClr val="111827"/>
          </a:solidFill>
          <a:ln w="9525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2" name="Text 30"/>
          <p:cNvSpPr/>
          <p:nvPr/>
        </p:nvSpPr>
        <p:spPr>
          <a:xfrm>
            <a:off x="877824" y="4297680"/>
            <a:ext cx="77906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~74% de los 100 titanes superaron la inflación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877824" y="4498848"/>
            <a:ext cx="5303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Período 2020–2024. Año más duro: 2022 (inflación 5.09%, solo 68/100 crearon riqueza real). Semiconductores y tech lideraron ROA real en todos los años.</a:t>
            </a:r>
            <a:endParaRPr lang="en-US" sz="780" dirty="0"/>
          </a:p>
        </p:txBody>
      </p:sp>
      <p:sp>
        <p:nvSpPr>
          <p:cNvPr id="34" name="Text 32"/>
          <p:cNvSpPr/>
          <p:nvPr/>
        </p:nvSpPr>
        <p:spPr>
          <a:xfrm>
            <a:off x="877824" y="4727448"/>
            <a:ext cx="779068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Diversificar hacia empresas con ROA_real&gt;0 consistente. Evitar firmas con LEV&gt;50% en ciclos inflacionarios.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8412480" y="4846320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22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769</TotalTime>
  <Words>959</Words>
  <Application>Microsoft Office PowerPoint</Application>
  <PresentationFormat>Presentación en pantalla (16:9)</PresentationFormat>
  <Paragraphs>118</Paragraphs>
  <Slides>16</Slides>
  <Notes>16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KoTaP v14.0 – Análisis Financiero y Predictivo</dc:title>
  <dc:subject>PptxGenJS Presentation</dc:subject>
  <dc:creator>PptxGenJS</dc:creator>
  <cp:lastModifiedBy>NUESTRO HOGAR</cp:lastModifiedBy>
  <cp:revision>1</cp:revision>
  <dcterms:created xsi:type="dcterms:W3CDTF">2026-05-10T23:21:14Z</dcterms:created>
  <dcterms:modified xsi:type="dcterms:W3CDTF">2026-05-12T15:39:44Z</dcterms:modified>
</cp:coreProperties>
</file>